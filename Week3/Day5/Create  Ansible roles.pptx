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E0ACE7-8802-4CA3-B056-3CB11272558B}" v="2" dt="2024-12-16T19:14:50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C4E0ACE7-8802-4CA3-B056-3CB11272558B}"/>
    <pc:docChg chg="custSel addSld modSld sldOrd">
      <pc:chgData name="Navin Kumar" userId="4040edb968256b89" providerId="LiveId" clId="{C4E0ACE7-8802-4CA3-B056-3CB11272558B}" dt="2024-12-16T19:14:54.519" v="132" actId="1076"/>
      <pc:docMkLst>
        <pc:docMk/>
      </pc:docMkLst>
      <pc:sldChg chg="addSp modSp new mod">
        <pc:chgData name="Navin Kumar" userId="4040edb968256b89" providerId="LiveId" clId="{C4E0ACE7-8802-4CA3-B056-3CB11272558B}" dt="2024-12-16T19:10:18.549" v="30" actId="14100"/>
        <pc:sldMkLst>
          <pc:docMk/>
          <pc:sldMk cId="4085366370" sldId="256"/>
        </pc:sldMkLst>
        <pc:spChg chg="add mod">
          <ac:chgData name="Navin Kumar" userId="4040edb968256b89" providerId="LiveId" clId="{C4E0ACE7-8802-4CA3-B056-3CB11272558B}" dt="2024-12-16T19:10:18.549" v="30" actId="14100"/>
          <ac:spMkLst>
            <pc:docMk/>
            <pc:sldMk cId="4085366370" sldId="256"/>
            <ac:spMk id="4" creationId="{A43592D2-9015-D60C-E9B2-B17B27361AD8}"/>
          </ac:spMkLst>
        </pc:spChg>
        <pc:picChg chg="add">
          <ac:chgData name="Navin Kumar" userId="4040edb968256b89" providerId="LiveId" clId="{C4E0ACE7-8802-4CA3-B056-3CB11272558B}" dt="2024-12-16T19:06:43.913" v="1" actId="22"/>
          <ac:picMkLst>
            <pc:docMk/>
            <pc:sldMk cId="4085366370" sldId="256"/>
            <ac:picMk id="3" creationId="{78BB04E4-3917-396D-FA50-C2F609FBC1B1}"/>
          </ac:picMkLst>
        </pc:picChg>
      </pc:sldChg>
      <pc:sldChg chg="addSp new mod">
        <pc:chgData name="Navin Kumar" userId="4040edb968256b89" providerId="LiveId" clId="{C4E0ACE7-8802-4CA3-B056-3CB11272558B}" dt="2024-12-16T19:07:32.484" v="3" actId="22"/>
        <pc:sldMkLst>
          <pc:docMk/>
          <pc:sldMk cId="2254750752" sldId="257"/>
        </pc:sldMkLst>
        <pc:picChg chg="add">
          <ac:chgData name="Navin Kumar" userId="4040edb968256b89" providerId="LiveId" clId="{C4E0ACE7-8802-4CA3-B056-3CB11272558B}" dt="2024-12-16T19:07:32.484" v="3" actId="22"/>
          <ac:picMkLst>
            <pc:docMk/>
            <pc:sldMk cId="2254750752" sldId="257"/>
            <ac:picMk id="3" creationId="{343579C2-5A8D-B039-3304-BF657295698E}"/>
          </ac:picMkLst>
        </pc:picChg>
      </pc:sldChg>
      <pc:sldChg chg="addSp modSp new mod ord">
        <pc:chgData name="Navin Kumar" userId="4040edb968256b89" providerId="LiveId" clId="{C4E0ACE7-8802-4CA3-B056-3CB11272558B}" dt="2024-12-16T19:14:44.730" v="126" actId="1036"/>
        <pc:sldMkLst>
          <pc:docMk/>
          <pc:sldMk cId="321366042" sldId="258"/>
        </pc:sldMkLst>
        <pc:picChg chg="add mod">
          <ac:chgData name="Navin Kumar" userId="4040edb968256b89" providerId="LiveId" clId="{C4E0ACE7-8802-4CA3-B056-3CB11272558B}" dt="2024-12-16T19:14:44.730" v="126" actId="1036"/>
          <ac:picMkLst>
            <pc:docMk/>
            <pc:sldMk cId="321366042" sldId="258"/>
            <ac:picMk id="3" creationId="{51C3195E-4312-EEBF-5623-72DA57921555}"/>
          </ac:picMkLst>
        </pc:picChg>
      </pc:sldChg>
      <pc:sldChg chg="addSp modSp new mod">
        <pc:chgData name="Navin Kumar" userId="4040edb968256b89" providerId="LiveId" clId="{C4E0ACE7-8802-4CA3-B056-3CB11272558B}" dt="2024-12-16T19:14:54.519" v="132" actId="1076"/>
        <pc:sldMkLst>
          <pc:docMk/>
          <pc:sldMk cId="2019637165" sldId="259"/>
        </pc:sldMkLst>
        <pc:spChg chg="add mod">
          <ac:chgData name="Navin Kumar" userId="4040edb968256b89" providerId="LiveId" clId="{C4E0ACE7-8802-4CA3-B056-3CB11272558B}" dt="2024-12-16T19:14:54.519" v="132" actId="1076"/>
          <ac:spMkLst>
            <pc:docMk/>
            <pc:sldMk cId="2019637165" sldId="259"/>
            <ac:spMk id="10" creationId="{F8A298DF-5863-A01A-E0B6-F46968C06BD3}"/>
          </ac:spMkLst>
        </pc:spChg>
        <pc:picChg chg="add mod">
          <ac:chgData name="Navin Kumar" userId="4040edb968256b89" providerId="LiveId" clId="{C4E0ACE7-8802-4CA3-B056-3CB11272558B}" dt="2024-12-16T19:14:40.093" v="109" actId="1036"/>
          <ac:picMkLst>
            <pc:docMk/>
            <pc:sldMk cId="2019637165" sldId="259"/>
            <ac:picMk id="3" creationId="{367D532D-0018-8DBE-98F3-B16732C9A557}"/>
          </ac:picMkLst>
        </pc:picChg>
        <pc:picChg chg="add mod">
          <ac:chgData name="Navin Kumar" userId="4040edb968256b89" providerId="LiveId" clId="{C4E0ACE7-8802-4CA3-B056-3CB11272558B}" dt="2024-12-16T19:14:34.874" v="80" actId="1036"/>
          <ac:picMkLst>
            <pc:docMk/>
            <pc:sldMk cId="2019637165" sldId="259"/>
            <ac:picMk id="5" creationId="{98EAC69B-4F1E-FB83-FC57-5CCE55AC1213}"/>
          </ac:picMkLst>
        </pc:picChg>
        <pc:picChg chg="add mod">
          <ac:chgData name="Navin Kumar" userId="4040edb968256b89" providerId="LiveId" clId="{C4E0ACE7-8802-4CA3-B056-3CB11272558B}" dt="2024-12-16T19:14:34.874" v="80" actId="1036"/>
          <ac:picMkLst>
            <pc:docMk/>
            <pc:sldMk cId="2019637165" sldId="259"/>
            <ac:picMk id="7" creationId="{4A8A216D-B0FF-D607-771B-F440845A723E}"/>
          </ac:picMkLst>
        </pc:picChg>
        <pc:picChg chg="add mod">
          <ac:chgData name="Navin Kumar" userId="4040edb968256b89" providerId="LiveId" clId="{C4E0ACE7-8802-4CA3-B056-3CB11272558B}" dt="2024-12-16T19:14:34.874" v="80" actId="1036"/>
          <ac:picMkLst>
            <pc:docMk/>
            <pc:sldMk cId="2019637165" sldId="259"/>
            <ac:picMk id="9" creationId="{5F123BFE-E4F3-42A6-299C-B07EA044A8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83D82-A331-E7A1-0EA2-457AF5ADA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5E87B-86FC-6493-9921-CFDA13F81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BBDAF-2731-1DBA-2419-6C501BA39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07EE-9677-4385-BF13-23CE2054B016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B89AF-766C-BE50-EC71-A61CF08A1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5D7EE-43C9-8C10-C0D6-598DA525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E451-4B9C-4BCD-99D9-552188142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655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622C-3B31-737D-B42A-6D949C7B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58056-86DE-F3E1-C15B-CD0263EEE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97E35-36D5-B963-DCA0-6CBC9027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07EE-9677-4385-BF13-23CE2054B016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BCFEA-C270-F423-9526-A7511C9D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079E8-9370-F99B-60C0-6518064A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E451-4B9C-4BCD-99D9-552188142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38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06B5D-7FBB-D06D-A147-A78A55371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1E6A5-9EB4-A17F-DF92-209BA9F24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3FCA7-B239-B45C-2D1F-B40FEF735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07EE-9677-4385-BF13-23CE2054B016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2A691-9BD9-C179-CF0B-32250862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D1A7-7ECC-4C54-E17B-2E954440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E451-4B9C-4BCD-99D9-552188142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27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1DD7-C24B-EB2D-06AA-ECC04269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0F8C-FCDD-3D30-9026-7FF5F5416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783E0-E26D-67F2-3C30-F9D748D0D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C37C0-EBD1-46A4-C80E-84E45BE83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07EE-9677-4385-BF13-23CE2054B016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F68B4-20D9-0F4B-7096-B5B0468B7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0050F-5A31-9076-FCCB-AD0B418E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E451-4B9C-4BCD-99D9-552188142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050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CEDF8-CF24-D40F-6DB8-D07E3EB80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08FE1-767B-1895-F837-5C7D59C53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62AB7-F345-59E0-5AF9-D5B7D7CA6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FE8CA9-F02D-A6FD-5AE2-066F9A014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C97B22-5716-F4EF-1623-EA2F57013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DEBDD6-16E5-64D1-2ECE-7A397A5C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07EE-9677-4385-BF13-23CE2054B016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6FDCB3-6231-F137-ED69-549028DF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9E0B19-80E5-F1F1-88D7-DB9E9380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E451-4B9C-4BCD-99D9-552188142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7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4927-EB53-81FE-4817-0B24D6113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1FAC1-1433-7A39-C0CF-DE8E3743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07EE-9677-4385-BF13-23CE2054B016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85734-FDF4-636C-7C23-C3ECEBD2E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CD234-355C-99A0-1733-03C32B78E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E451-4B9C-4BCD-99D9-552188142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348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E39D4-7E5E-BB75-56DF-EE21582F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07EE-9677-4385-BF13-23CE2054B016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14BAD5-9160-3632-8E96-A6CD899E3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C61E-C2C3-F617-6254-EF149EEBF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E451-4B9C-4BCD-99D9-552188142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85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3801-9FCD-747F-4DB0-31E61B6AD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BD574-72AC-8B48-F611-49B2C986C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4B15C-03A0-9448-D1AA-DAC949505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E205C-03D0-3865-AE95-A656760B9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07EE-9677-4385-BF13-23CE2054B016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925C7-C32F-8D0E-83FB-E0670F1E2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C241E-4AD7-084A-10E3-74A6DB1C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E451-4B9C-4BCD-99D9-552188142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907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29AE-3ECF-BF62-2214-650B6DDBF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B00F7C-08B7-35DE-1477-818DF4E40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F7A0E-F905-94AE-87E3-433BFF34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D9A9B-A84E-D695-BFA0-EC984906B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07EE-9677-4385-BF13-23CE2054B016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A4791-B188-9765-40C1-515659818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100BB-74E8-13D4-38D7-5ACADC235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E451-4B9C-4BCD-99D9-552188142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452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7866-71AF-BBB1-5095-F6E37163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EDA33-C563-0A15-C125-4491D8BBC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65263-371F-8425-4973-DEAC881C9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07EE-9677-4385-BF13-23CE2054B016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BBC7C-EB70-81CF-1A48-1AC82A5B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1E502-1F9C-2371-06D6-53E951DF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E451-4B9C-4BCD-99D9-552188142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997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7095DB-9888-E409-C299-45DD44DE63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331C3-2A1A-94A0-FB65-B9B33D498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0541-FA90-2FF5-43EB-97A35E26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207EE-9677-4385-BF13-23CE2054B016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C4372-E5EE-E201-21B1-7317F7E59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2BD17-1A93-36EF-55E9-1D7DD092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E451-4B9C-4BCD-99D9-552188142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50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D809E-7314-E050-8710-B5C1BA545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05149-7F35-9F08-936E-5C44E707D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A9DF0-B5FB-4263-6179-B0E69D363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207EE-9677-4385-BF13-23CE2054B016}" type="datetimeFigureOut">
              <a:rPr lang="en-GB" smtClean="0"/>
              <a:t>16/12/2024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2C401-0A2B-A108-5165-84AD3C6C0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8F5B3-0B0F-6068-B40B-D4A84B0F6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3E451-4B9C-4BCD-99D9-5521881427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363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BB04E4-3917-396D-FA50-C2F609FBC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4877"/>
            <a:ext cx="12192000" cy="25882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3592D2-9015-D60C-E9B2-B17B27361AD8}"/>
              </a:ext>
            </a:extLst>
          </p:cNvPr>
          <p:cNvSpPr txBox="1"/>
          <p:nvPr/>
        </p:nvSpPr>
        <p:spPr>
          <a:xfrm>
            <a:off x="1428749" y="600075"/>
            <a:ext cx="343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Ansible role </a:t>
            </a:r>
          </a:p>
        </p:txBody>
      </p:sp>
    </p:spTree>
    <p:extLst>
      <p:ext uri="{BB962C8B-B14F-4D97-AF65-F5344CB8AC3E}">
        <p14:creationId xmlns:p14="http://schemas.microsoft.com/office/powerpoint/2010/main" val="4085366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7D532D-0018-8DBE-98F3-B16732C9A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960960"/>
            <a:ext cx="12192000" cy="3888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EAC69B-4F1E-FB83-FC57-5CCE55AC1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68" y="5351055"/>
            <a:ext cx="2654506" cy="108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8A216D-B0FF-D607-771B-F440845A7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656" y="5351055"/>
            <a:ext cx="3836249" cy="108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23BFE-E4F3-42A6-299C-B07EA044A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587" y="5351055"/>
            <a:ext cx="3528366" cy="1158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A298DF-5863-A01A-E0B6-F46968C06BD3}"/>
              </a:ext>
            </a:extLst>
          </p:cNvPr>
          <p:cNvSpPr txBox="1"/>
          <p:nvPr/>
        </p:nvSpPr>
        <p:spPr>
          <a:xfrm>
            <a:off x="3076575" y="338068"/>
            <a:ext cx="149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01963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C3195E-4312-EEBF-5623-72DA57921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913"/>
            <a:ext cx="12192000" cy="513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3579C2-5A8D-B039-3304-BF6572956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138"/>
            <a:ext cx="12192000" cy="514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50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2024-12-16T19:05:53Z</dcterms:created>
  <dcterms:modified xsi:type="dcterms:W3CDTF">2024-12-16T19:14:55Z</dcterms:modified>
</cp:coreProperties>
</file>