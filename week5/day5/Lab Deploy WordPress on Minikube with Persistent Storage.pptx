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730A03-7E31-4B91-B001-DD233EB455D4}" v="13" dt="2024-12-20T11:34:14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95730A03-7E31-4B91-B001-DD233EB455D4}"/>
    <pc:docChg chg="custSel addSld delSld modSld sldOrd">
      <pc:chgData name="Navin Kumar" userId="4040edb968256b89" providerId="LiveId" clId="{95730A03-7E31-4B91-B001-DD233EB455D4}" dt="2024-12-20T11:35:02.728" v="38" actId="1076"/>
      <pc:docMkLst>
        <pc:docMk/>
      </pc:docMkLst>
      <pc:sldChg chg="addSp delSp new mod">
        <pc:chgData name="Navin Kumar" userId="4040edb968256b89" providerId="LiveId" clId="{95730A03-7E31-4B91-B001-DD233EB455D4}" dt="2024-12-20T11:31:34.770" v="21" actId="22"/>
        <pc:sldMkLst>
          <pc:docMk/>
          <pc:sldMk cId="3030320426" sldId="256"/>
        </pc:sldMkLst>
        <pc:spChg chg="del">
          <ac:chgData name="Navin Kumar" userId="4040edb968256b89" providerId="LiveId" clId="{95730A03-7E31-4B91-B001-DD233EB455D4}" dt="2024-12-20T11:30:51.248" v="7" actId="478"/>
          <ac:spMkLst>
            <pc:docMk/>
            <pc:sldMk cId="3030320426" sldId="256"/>
            <ac:spMk id="2" creationId="{31AB8916-B703-61B7-578B-177784BC668A}"/>
          </ac:spMkLst>
        </pc:spChg>
        <pc:spChg chg="del">
          <ac:chgData name="Navin Kumar" userId="4040edb968256b89" providerId="LiveId" clId="{95730A03-7E31-4B91-B001-DD233EB455D4}" dt="2024-12-20T11:30:52.644" v="8" actId="478"/>
          <ac:spMkLst>
            <pc:docMk/>
            <pc:sldMk cId="3030320426" sldId="256"/>
            <ac:spMk id="3" creationId="{8CE6C833-C3E8-59CC-DCB7-AD1E990AB4E4}"/>
          </ac:spMkLst>
        </pc:spChg>
        <pc:picChg chg="add">
          <ac:chgData name="Navin Kumar" userId="4040edb968256b89" providerId="LiveId" clId="{95730A03-7E31-4B91-B001-DD233EB455D4}" dt="2024-12-20T11:31:34.770" v="21" actId="22"/>
          <ac:picMkLst>
            <pc:docMk/>
            <pc:sldMk cId="3030320426" sldId="256"/>
            <ac:picMk id="5" creationId="{B6B9CCAA-A195-DB09-3247-74113F558FEA}"/>
          </ac:picMkLst>
        </pc:picChg>
      </pc:sldChg>
      <pc:sldChg chg="addSp add mod">
        <pc:chgData name="Navin Kumar" userId="4040edb968256b89" providerId="LiveId" clId="{95730A03-7E31-4B91-B001-DD233EB455D4}" dt="2024-12-20T11:32:05.728" v="22" actId="22"/>
        <pc:sldMkLst>
          <pc:docMk/>
          <pc:sldMk cId="115909501" sldId="257"/>
        </pc:sldMkLst>
        <pc:picChg chg="add">
          <ac:chgData name="Navin Kumar" userId="4040edb968256b89" providerId="LiveId" clId="{95730A03-7E31-4B91-B001-DD233EB455D4}" dt="2024-12-20T11:32:05.728" v="22" actId="22"/>
          <ac:picMkLst>
            <pc:docMk/>
            <pc:sldMk cId="115909501" sldId="257"/>
            <ac:picMk id="3" creationId="{E7BC1D7C-174A-98EA-6304-0DF8860CDDAD}"/>
          </ac:picMkLst>
        </pc:picChg>
      </pc:sldChg>
      <pc:sldChg chg="new del">
        <pc:chgData name="Navin Kumar" userId="4040edb968256b89" providerId="LiveId" clId="{95730A03-7E31-4B91-B001-DD233EB455D4}" dt="2024-12-20T11:30:47.812" v="4" actId="47"/>
        <pc:sldMkLst>
          <pc:docMk/>
          <pc:sldMk cId="2395522742" sldId="257"/>
        </pc:sldMkLst>
      </pc:sldChg>
      <pc:sldChg chg="new del">
        <pc:chgData name="Navin Kumar" userId="4040edb968256b89" providerId="LiveId" clId="{95730A03-7E31-4B91-B001-DD233EB455D4}" dt="2024-12-20T11:30:48.014" v="5" actId="47"/>
        <pc:sldMkLst>
          <pc:docMk/>
          <pc:sldMk cId="2315151804" sldId="258"/>
        </pc:sldMkLst>
      </pc:sldChg>
      <pc:sldChg chg="addSp add mod">
        <pc:chgData name="Navin Kumar" userId="4040edb968256b89" providerId="LiveId" clId="{95730A03-7E31-4B91-B001-DD233EB455D4}" dt="2024-12-20T11:32:37.739" v="23" actId="22"/>
        <pc:sldMkLst>
          <pc:docMk/>
          <pc:sldMk cId="3889987333" sldId="258"/>
        </pc:sldMkLst>
        <pc:picChg chg="add">
          <ac:chgData name="Navin Kumar" userId="4040edb968256b89" providerId="LiveId" clId="{95730A03-7E31-4B91-B001-DD233EB455D4}" dt="2024-12-20T11:32:37.739" v="23" actId="22"/>
          <ac:picMkLst>
            <pc:docMk/>
            <pc:sldMk cId="3889987333" sldId="258"/>
            <ac:picMk id="3" creationId="{A5359692-0731-0191-DA70-DD82004C138C}"/>
          </ac:picMkLst>
        </pc:picChg>
      </pc:sldChg>
      <pc:sldChg chg="addSp add mod">
        <pc:chgData name="Navin Kumar" userId="4040edb968256b89" providerId="LiveId" clId="{95730A03-7E31-4B91-B001-DD233EB455D4}" dt="2024-12-20T11:33:17.266" v="24" actId="22"/>
        <pc:sldMkLst>
          <pc:docMk/>
          <pc:sldMk cId="1450882589" sldId="259"/>
        </pc:sldMkLst>
        <pc:picChg chg="add">
          <ac:chgData name="Navin Kumar" userId="4040edb968256b89" providerId="LiveId" clId="{95730A03-7E31-4B91-B001-DD233EB455D4}" dt="2024-12-20T11:33:17.266" v="24" actId="22"/>
          <ac:picMkLst>
            <pc:docMk/>
            <pc:sldMk cId="1450882589" sldId="259"/>
            <ac:picMk id="3" creationId="{897691BD-DD71-A81A-9A61-711D9EDD6804}"/>
          </ac:picMkLst>
        </pc:picChg>
      </pc:sldChg>
      <pc:sldChg chg="new del">
        <pc:chgData name="Navin Kumar" userId="4040edb968256b89" providerId="LiveId" clId="{95730A03-7E31-4B91-B001-DD233EB455D4}" dt="2024-12-20T11:30:48.225" v="6" actId="47"/>
        <pc:sldMkLst>
          <pc:docMk/>
          <pc:sldMk cId="1783905570" sldId="259"/>
        </pc:sldMkLst>
      </pc:sldChg>
      <pc:sldChg chg="addSp add mod">
        <pc:chgData name="Navin Kumar" userId="4040edb968256b89" providerId="LiveId" clId="{95730A03-7E31-4B91-B001-DD233EB455D4}" dt="2024-12-20T11:33:36.614" v="25" actId="22"/>
        <pc:sldMkLst>
          <pc:docMk/>
          <pc:sldMk cId="410695160" sldId="260"/>
        </pc:sldMkLst>
        <pc:picChg chg="add">
          <ac:chgData name="Navin Kumar" userId="4040edb968256b89" providerId="LiveId" clId="{95730A03-7E31-4B91-B001-DD233EB455D4}" dt="2024-12-20T11:33:36.614" v="25" actId="22"/>
          <ac:picMkLst>
            <pc:docMk/>
            <pc:sldMk cId="410695160" sldId="260"/>
            <ac:picMk id="3" creationId="{02004583-D8B6-520A-F4AE-EC6A27DB8230}"/>
          </ac:picMkLst>
        </pc:picChg>
      </pc:sldChg>
      <pc:sldChg chg="add">
        <pc:chgData name="Navin Kumar" userId="4040edb968256b89" providerId="LiveId" clId="{95730A03-7E31-4B91-B001-DD233EB455D4}" dt="2024-12-20T11:30:58.411" v="13"/>
        <pc:sldMkLst>
          <pc:docMk/>
          <pc:sldMk cId="37521161" sldId="261"/>
        </pc:sldMkLst>
      </pc:sldChg>
      <pc:sldChg chg="add">
        <pc:chgData name="Navin Kumar" userId="4040edb968256b89" providerId="LiveId" clId="{95730A03-7E31-4B91-B001-DD233EB455D4}" dt="2024-12-20T11:30:58.491" v="14"/>
        <pc:sldMkLst>
          <pc:docMk/>
          <pc:sldMk cId="3987044133" sldId="262"/>
        </pc:sldMkLst>
      </pc:sldChg>
      <pc:sldChg chg="add del">
        <pc:chgData name="Navin Kumar" userId="4040edb968256b89" providerId="LiveId" clId="{95730A03-7E31-4B91-B001-DD233EB455D4}" dt="2024-12-20T11:33:50.863" v="26" actId="47"/>
        <pc:sldMkLst>
          <pc:docMk/>
          <pc:sldMk cId="2649405394" sldId="263"/>
        </pc:sldMkLst>
      </pc:sldChg>
      <pc:sldChg chg="addSp modSp new mod ord">
        <pc:chgData name="Navin Kumar" userId="4040edb968256b89" providerId="LiveId" clId="{95730A03-7E31-4B91-B001-DD233EB455D4}" dt="2024-12-20T11:35:02.728" v="38" actId="1076"/>
        <pc:sldMkLst>
          <pc:docMk/>
          <pc:sldMk cId="2838379484" sldId="263"/>
        </pc:sldMkLst>
        <pc:spChg chg="add mod">
          <ac:chgData name="Navin Kumar" userId="4040edb968256b89" providerId="LiveId" clId="{95730A03-7E31-4B91-B001-DD233EB455D4}" dt="2024-12-20T11:35:02.728" v="38" actId="1076"/>
          <ac:spMkLst>
            <pc:docMk/>
            <pc:sldMk cId="2838379484" sldId="263"/>
            <ac:spMk id="2" creationId="{A3A549D5-4168-FB8A-F3BC-AD7AD76658BE}"/>
          </ac:spMkLst>
        </pc:spChg>
      </pc:sldChg>
      <pc:sldChg chg="add del">
        <pc:chgData name="Navin Kumar" userId="4040edb968256b89" providerId="LiveId" clId="{95730A03-7E31-4B91-B001-DD233EB455D4}" dt="2024-12-20T11:33:51.043" v="27" actId="47"/>
        <pc:sldMkLst>
          <pc:docMk/>
          <pc:sldMk cId="1801476463" sldId="264"/>
        </pc:sldMkLst>
      </pc:sldChg>
      <pc:sldChg chg="add del">
        <pc:chgData name="Navin Kumar" userId="4040edb968256b89" providerId="LiveId" clId="{95730A03-7E31-4B91-B001-DD233EB455D4}" dt="2024-12-20T11:33:51.225" v="28" actId="47"/>
        <pc:sldMkLst>
          <pc:docMk/>
          <pc:sldMk cId="712476448" sldId="265"/>
        </pc:sldMkLst>
      </pc:sldChg>
      <pc:sldChg chg="add del">
        <pc:chgData name="Navin Kumar" userId="4040edb968256b89" providerId="LiveId" clId="{95730A03-7E31-4B91-B001-DD233EB455D4}" dt="2024-12-20T11:33:51.344" v="29" actId="47"/>
        <pc:sldMkLst>
          <pc:docMk/>
          <pc:sldMk cId="3275054339" sldId="266"/>
        </pc:sldMkLst>
      </pc:sldChg>
      <pc:sldChg chg="add del">
        <pc:chgData name="Navin Kumar" userId="4040edb968256b89" providerId="LiveId" clId="{95730A03-7E31-4B91-B001-DD233EB455D4}" dt="2024-12-20T11:33:52.039" v="30" actId="47"/>
        <pc:sldMkLst>
          <pc:docMk/>
          <pc:sldMk cId="567801339" sldId="267"/>
        </pc:sldMkLst>
      </pc:sldChg>
      <pc:sldChg chg="add del">
        <pc:chgData name="Navin Kumar" userId="4040edb968256b89" providerId="LiveId" clId="{95730A03-7E31-4B91-B001-DD233EB455D4}" dt="2024-12-20T11:33:52.228" v="31" actId="47"/>
        <pc:sldMkLst>
          <pc:docMk/>
          <pc:sldMk cId="1493452306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9EC1-7AF4-FD28-EFB7-D8EB681DE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9E2A8E-05AB-7589-19B5-24547E5CC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30F63-9479-19F4-9E6F-B1C2E3AF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3F219-BCCE-34B8-C213-039B8804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18104-773D-F9A0-E4F1-FEBC3CAA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0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E17B-A885-8721-4C5D-FFC773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B98AF-CD3E-8498-E4D7-DFAFEB20D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A5587-1550-1BED-B057-DF2DCFB2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A81E6-C8CA-881D-5BA3-8C763464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CA34D-E0D1-CDC9-EA58-2B59A8A6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13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4716-5386-422C-7926-61192B5C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9D851-9B9D-6A0B-4985-C72FA3293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DE09-EC5D-E597-AAD0-EA961419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72CDB-FF03-001B-11C8-D9FB2300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C7D90-9200-942B-E772-D8334664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304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2DAB-C1F7-32AF-65FB-87B4FC7A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0313-C6B9-75E4-A4FB-BDCA646AA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8C0CB-F563-1DC6-94F1-0E7ADD5E6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3BE43-8707-B82D-730D-6EFCB920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98043-10D3-E3D6-014B-55DDE2D3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EA573-AF60-15DF-CAD4-A772B5E1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75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D711-AF50-3E07-3E57-1FFABF6B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9F701-9A21-DFFA-BC65-511698CAE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DB251-BBD4-79F6-515D-376AD0829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9683B-EF33-DF32-4B38-EDE549C9E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C8BF85-80A3-C2C2-FE8D-70F9F87D4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8390B-DE88-1807-50A7-55397513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60186-7F17-2F7C-BE05-BF9AA102B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04DA38-0956-2324-176B-F7AD5C04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C604-1C58-2169-4A1C-758BFF9C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AF075-A305-536D-2808-95BBEF86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ED483-8E65-A549-0CCA-AE4A536C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4339E-2AF1-963D-D50E-3BD68E21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79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88C02-BFB4-82AF-7485-31F4B29BE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AAAA1-3E86-4A4A-C40F-97CC57A82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6B242-43BF-B8C6-02C2-552AF154C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64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D719-36A5-0780-34DC-B51A8801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78E5B-17B3-5152-85F0-998B4DA44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13EE2-612C-B493-1577-2AC453762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E4EC0-3BCD-B649-C51A-265F63B8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A701F-8FB8-61C0-795B-AD44E4F1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E22B0-3A7D-BC31-BD48-59BF513E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04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0DDE-9ED5-3D71-F466-6A7AFC809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5FACB-CD80-D621-4694-2923EA3B2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E43EC-DB5F-FBD8-3CAF-D305EC965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B57DF-66CF-017D-2B1D-9C878FBB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FA559-5357-18D2-9A63-F61C9B4D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7FE0B-C44D-2525-8932-232E9061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0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63B5-3914-1A76-4AC3-014BFE54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0DDE7-B7DD-0302-E586-A64B8B9E1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F1538-C9C4-7A72-B52D-8804CE61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DA3D9-2A58-7EE1-CDB9-DB367011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35EDE-D122-2CF3-27B7-3DF7BD7D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5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1B5E0E-3B0D-8270-0504-B8B2F5D81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824BD-DDE2-5DF7-2309-F801166B5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95D40-5905-E90A-86F2-7BADC86AF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18FB6-0481-EB9B-B186-1F7A8FED6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EA60-4C54-AF07-D5B3-18B5160B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11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D29BE-22E4-4AC4-E10C-4D299E87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CB377-8B27-B238-4159-1222EE205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F6E1B-35B7-28FB-8E32-E456D8AB5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D44C9-5EE9-453F-AC7D-E3754C60E4F7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68271-BD7A-C3BA-A9D5-785D5C673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38367-1936-36D6-43AC-2FB2CD9C4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F41B2-2657-4930-B81F-4862449AC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193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549D5-4168-FB8A-F3BC-AD7AD76658BE}"/>
              </a:ext>
            </a:extLst>
          </p:cNvPr>
          <p:cNvSpPr txBox="1"/>
          <p:nvPr/>
        </p:nvSpPr>
        <p:spPr>
          <a:xfrm>
            <a:off x="2571750" y="3028950"/>
            <a:ext cx="624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dirty="0">
                <a:effectLst/>
                <a:latin typeface="Inter"/>
              </a:rPr>
              <a:t>Lab: Deploy WordPress on </a:t>
            </a:r>
            <a:r>
              <a:rPr lang="en-GB" b="1" i="0" dirty="0" err="1">
                <a:effectLst/>
                <a:latin typeface="Inter"/>
              </a:rPr>
              <a:t>Minikube</a:t>
            </a:r>
            <a:r>
              <a:rPr lang="en-GB" b="1" i="0" dirty="0">
                <a:effectLst/>
                <a:latin typeface="Inter"/>
              </a:rPr>
              <a:t> with Persistent Storage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837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B9CCAA-A195-DB09-3247-74113F558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084"/>
            <a:ext cx="12192000" cy="622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2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BB77-118C-3439-B7F8-956CE1B8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C1D7C-174A-98EA-6304-0DF8860C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43" y="658890"/>
            <a:ext cx="9853514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725D7-7972-B258-2D88-9F35578D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359692-0731-0191-DA70-DD82004C1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25" y="696993"/>
            <a:ext cx="9571549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8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B7502-0CE3-FBB7-C1D7-73BA5B0A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7691BD-DD71-A81A-9A61-711D9EDD6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76" y="658890"/>
            <a:ext cx="9312447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82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0AD6-0F41-29BD-0C5F-873B64084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04583-D8B6-520A-F4AE-EC6A27DB8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4" y="662700"/>
            <a:ext cx="8893311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5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A9D9B-D6E1-C9B1-6E06-0C1037FA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1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F4303-0CC9-23EF-0F81-937D540B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04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2024-12-20T11:30:40Z</dcterms:created>
  <dcterms:modified xsi:type="dcterms:W3CDTF">2024-12-20T11:35:04Z</dcterms:modified>
</cp:coreProperties>
</file>