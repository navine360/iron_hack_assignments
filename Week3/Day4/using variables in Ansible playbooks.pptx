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0851A7-E156-4596-BE65-90E0B240CC9E}" v="6" dt="2024-12-15T13:41:44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n Kumar" userId="4040edb968256b89" providerId="LiveId" clId="{060851A7-E156-4596-BE65-90E0B240CC9E}"/>
    <pc:docChg chg="custSel addSld delSld modSld sldOrd">
      <pc:chgData name="Navin Kumar" userId="4040edb968256b89" providerId="LiveId" clId="{060851A7-E156-4596-BE65-90E0B240CC9E}" dt="2024-12-15T13:42:59.829" v="147" actId="22"/>
      <pc:docMkLst>
        <pc:docMk/>
      </pc:docMkLst>
      <pc:sldChg chg="addSp modSp new mod ord">
        <pc:chgData name="Navin Kumar" userId="4040edb968256b89" providerId="LiveId" clId="{060851A7-E156-4596-BE65-90E0B240CC9E}" dt="2024-12-15T13:39:51.342" v="58" actId="20577"/>
        <pc:sldMkLst>
          <pc:docMk/>
          <pc:sldMk cId="677562942" sldId="256"/>
        </pc:sldMkLst>
        <pc:spChg chg="add mod">
          <ac:chgData name="Navin Kumar" userId="4040edb968256b89" providerId="LiveId" clId="{060851A7-E156-4596-BE65-90E0B240CC9E}" dt="2024-12-15T13:39:51.342" v="58" actId="20577"/>
          <ac:spMkLst>
            <pc:docMk/>
            <pc:sldMk cId="677562942" sldId="256"/>
            <ac:spMk id="4" creationId="{67320806-E503-E175-33A4-5242A2F5EC11}"/>
          </ac:spMkLst>
        </pc:spChg>
        <pc:picChg chg="add">
          <ac:chgData name="Navin Kumar" userId="4040edb968256b89" providerId="LiveId" clId="{060851A7-E156-4596-BE65-90E0B240CC9E}" dt="2024-12-15T13:39:21.939" v="1" actId="22"/>
          <ac:picMkLst>
            <pc:docMk/>
            <pc:sldMk cId="677562942" sldId="256"/>
            <ac:picMk id="3" creationId="{7A6CB1BF-4183-9A08-129A-48DAF7F4CADF}"/>
          </ac:picMkLst>
        </pc:picChg>
      </pc:sldChg>
      <pc:sldChg chg="new del">
        <pc:chgData name="Navin Kumar" userId="4040edb968256b89" providerId="LiveId" clId="{060851A7-E156-4596-BE65-90E0B240CC9E}" dt="2024-12-15T13:42:21.423" v="143" actId="47"/>
        <pc:sldMkLst>
          <pc:docMk/>
          <pc:sldMk cId="1656478042" sldId="257"/>
        </pc:sldMkLst>
      </pc:sldChg>
      <pc:sldChg chg="addSp modSp new mod">
        <pc:chgData name="Navin Kumar" userId="4040edb968256b89" providerId="LiveId" clId="{060851A7-E156-4596-BE65-90E0B240CC9E}" dt="2024-12-15T13:42:17.792" v="142" actId="1076"/>
        <pc:sldMkLst>
          <pc:docMk/>
          <pc:sldMk cId="1337233105" sldId="258"/>
        </pc:sldMkLst>
        <pc:spChg chg="add mod">
          <ac:chgData name="Navin Kumar" userId="4040edb968256b89" providerId="LiveId" clId="{060851A7-E156-4596-BE65-90E0B240CC9E}" dt="2024-12-15T13:40:48.586" v="76" actId="1076"/>
          <ac:spMkLst>
            <pc:docMk/>
            <pc:sldMk cId="1337233105" sldId="258"/>
            <ac:spMk id="2" creationId="{4083D0DB-9DA4-9B51-D43D-A6337356E1EA}"/>
          </ac:spMkLst>
        </pc:spChg>
        <pc:spChg chg="add mod">
          <ac:chgData name="Navin Kumar" userId="4040edb968256b89" providerId="LiveId" clId="{060851A7-E156-4596-BE65-90E0B240CC9E}" dt="2024-12-15T13:40:58.389" v="91" actId="14100"/>
          <ac:spMkLst>
            <pc:docMk/>
            <pc:sldMk cId="1337233105" sldId="258"/>
            <ac:spMk id="3" creationId="{F610BF6A-7D38-9A2F-0FA6-F99D4860FD48}"/>
          </ac:spMkLst>
        </pc:spChg>
        <pc:spChg chg="add mod">
          <ac:chgData name="Navin Kumar" userId="4040edb968256b89" providerId="LiveId" clId="{060851A7-E156-4596-BE65-90E0B240CC9E}" dt="2024-12-15T13:41:19.647" v="116" actId="13822"/>
          <ac:spMkLst>
            <pc:docMk/>
            <pc:sldMk cId="1337233105" sldId="258"/>
            <ac:spMk id="4" creationId="{6D4F926F-D7DF-BD32-CED6-6C5B871F49BF}"/>
          </ac:spMkLst>
        </pc:spChg>
        <pc:spChg chg="add mod">
          <ac:chgData name="Navin Kumar" userId="4040edb968256b89" providerId="LiveId" clId="{060851A7-E156-4596-BE65-90E0B240CC9E}" dt="2024-12-15T13:42:17.792" v="142" actId="1076"/>
          <ac:spMkLst>
            <pc:docMk/>
            <pc:sldMk cId="1337233105" sldId="258"/>
            <ac:spMk id="5" creationId="{27E28F52-CAB8-30A8-34CE-6DF82A364FC1}"/>
          </ac:spMkLst>
        </pc:spChg>
        <pc:spChg chg="add mod">
          <ac:chgData name="Navin Kumar" userId="4040edb968256b89" providerId="LiveId" clId="{060851A7-E156-4596-BE65-90E0B240CC9E}" dt="2024-12-15T13:42:14.044" v="141" actId="14100"/>
          <ac:spMkLst>
            <pc:docMk/>
            <pc:sldMk cId="1337233105" sldId="258"/>
            <ac:spMk id="6" creationId="{B84D406F-39B5-3E59-1A1A-00B2159AFD95}"/>
          </ac:spMkLst>
        </pc:spChg>
      </pc:sldChg>
      <pc:sldChg chg="addSp new mod ord">
        <pc:chgData name="Navin Kumar" userId="4040edb968256b89" providerId="LiveId" clId="{060851A7-E156-4596-BE65-90E0B240CC9E}" dt="2024-12-15T13:42:59.829" v="147" actId="22"/>
        <pc:sldMkLst>
          <pc:docMk/>
          <pc:sldMk cId="420594101" sldId="259"/>
        </pc:sldMkLst>
        <pc:picChg chg="add">
          <ac:chgData name="Navin Kumar" userId="4040edb968256b89" providerId="LiveId" clId="{060851A7-E156-4596-BE65-90E0B240CC9E}" dt="2024-12-15T13:42:59.829" v="147" actId="22"/>
          <ac:picMkLst>
            <pc:docMk/>
            <pc:sldMk cId="420594101" sldId="259"/>
            <ac:picMk id="3" creationId="{0D1DA638-EC8A-F0D6-496C-08017657E9F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65ECA-5EE4-DA68-0BD2-52795FC06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8FCF0-65DF-5154-4468-D79E2646B7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B74F4-C150-AE6A-2D7B-1C279E106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FB3-7186-43DE-B45F-98BA86DB4576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81361-4433-309E-BF68-413887B0B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AFE96-DB47-93A6-7359-E94B022B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1FFEE-6166-4059-86C0-23943913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2914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EF9E9-5989-307D-5BE0-FCAE99355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6E43B-B999-C166-774A-E065E38B4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9EFC2-04D2-C296-17B8-CDA7F2E7A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FB3-7186-43DE-B45F-98BA86DB4576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1E845-F867-9C96-F137-4EF26D7E3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3D60C-3C5F-83AB-F568-15B11C801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1FFEE-6166-4059-86C0-23943913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4402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8EDE6-A724-F9E8-AB84-514AC1650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F42C-7007-B6CF-3343-3FA8AF1AA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70296-7C19-4E69-B103-1229D8FA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FB3-7186-43DE-B45F-98BA86DB4576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6A46A-0EA1-C1DA-D5F5-B93919A48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41E65-106F-9295-937F-05D363B4F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1FFEE-6166-4059-86C0-23943913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2561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2BBE0-BD85-10BD-38B4-0030AD963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A31B2-8FA1-131E-4D21-2489DBE038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8D2C8-35EC-592D-8D08-988C58E9D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2E00D-E481-B94A-12AE-88D81EA6F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FB3-7186-43DE-B45F-98BA86DB4576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FFBB0-7353-11BA-90F9-BF2224D52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3F19F-171E-CA99-C5BA-746F61EA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1FFEE-6166-4059-86C0-23943913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835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85558-F1C8-03C2-7212-7AF5545EF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B2A29-39C1-1A76-2414-962A5B78E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5F1B5B-3443-F2BB-0909-C469C266E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C4E720-66B1-5BCE-DCFA-39438CC3D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10F192-5372-F4F4-F065-EA67A09C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AEBE6B-6E3A-552C-A2E4-29F31A49A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FB3-7186-43DE-B45F-98BA86DB4576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8A327D-563F-FFA1-61EA-6F9F5939E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04B180-4606-034D-8AD9-248F40D5D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1FFEE-6166-4059-86C0-23943913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751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03F54-4DF6-E91F-6DA0-21772633B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CDF0F-0DA6-804B-3A1C-523FB9D43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FB3-7186-43DE-B45F-98BA86DB4576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BF456-063F-B1EF-E659-684223D84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BB466-C1D8-5F0E-637A-EF5782FC7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1FFEE-6166-4059-86C0-23943913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5737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D8A256-47EC-15CC-4045-D5C7A70AB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FB3-7186-43DE-B45F-98BA86DB4576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E76804-0FF9-838B-CB74-2BF243735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B7FFE-27A6-EAB3-1C3A-539766664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1FFEE-6166-4059-86C0-23943913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786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7058-A228-7D7D-CB26-73CE68A13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835F5-5CB3-B4F1-D83A-C8FC794CB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079E6-67CB-2194-451E-06424549C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5F62E-DA49-869F-6104-FAAF307C1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FB3-7186-43DE-B45F-98BA86DB4576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06578-3058-502C-7D24-D27A0D669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19DAC-5AB5-FFFC-67E7-CC6ADD31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1FFEE-6166-4059-86C0-23943913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658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09D42-76FA-0DFC-7192-8AEA267E7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F6104A-205D-1A7D-D990-0070EA1E36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F65AC-31DE-45E4-C10F-EEEA61CDE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F7CD1-674A-730E-7A18-A98ECD229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FB3-7186-43DE-B45F-98BA86DB4576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4A238D-AC87-BE4B-567F-46C125972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DD031-BB1F-EFA2-3064-40B052F7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1FFEE-6166-4059-86C0-23943913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4846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DF2F9-3D9B-87F0-B31F-06A93E073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BA2A0-5DF5-8629-CF19-FAEE36C2E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B5F88-D690-28D6-5D3D-884F1EDBE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FB3-7186-43DE-B45F-98BA86DB4576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2F277-9185-4B3E-E8E3-E793E3DBA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D3995-654F-FCD4-0B9C-575E9BCFF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1FFEE-6166-4059-86C0-23943913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000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5FACF0-8968-DC04-0D35-4E9E7BA80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DC594-4F89-142F-726C-0BE1B3057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E293D-9C5C-9B0F-92A0-70CDB03DA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9FB3-7186-43DE-B45F-98BA86DB4576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6076B-ECDE-A8E3-8F4C-99A333150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F2DB1-FAB3-80E9-1D0C-186211F91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1FFEE-6166-4059-86C0-23943913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299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D2F89F-96B6-90C4-FFFA-39436C108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3E162-2B20-BEC8-1FDF-CC1CD6805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D6202-835D-59B2-F4DB-3301056613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7D9FB3-7186-43DE-B45F-98BA86DB4576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9C30-D606-7A7A-0C7C-AA3E1D2E87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A8528-626F-D2EE-5C53-7B9AC933E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1FFEE-6166-4059-86C0-23943913AD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781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83D0DB-9DA4-9B51-D43D-A6337356E1EA}"/>
              </a:ext>
            </a:extLst>
          </p:cNvPr>
          <p:cNvSpPr txBox="1"/>
          <p:nvPr/>
        </p:nvSpPr>
        <p:spPr>
          <a:xfrm>
            <a:off x="6853083" y="1166842"/>
            <a:ext cx="431636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 name: Install </a:t>
            </a:r>
            <a:r>
              <a:rPr lang="en-GB" dirty="0" err="1"/>
              <a:t>apache</a:t>
            </a:r>
            <a:r>
              <a:rPr lang="en-GB" dirty="0"/>
              <a:t> server</a:t>
            </a:r>
          </a:p>
          <a:p>
            <a:r>
              <a:rPr lang="en-GB" dirty="0"/>
              <a:t>  hosts: all</a:t>
            </a:r>
          </a:p>
          <a:p>
            <a:r>
              <a:rPr lang="en-GB" dirty="0"/>
              <a:t>  become: yes</a:t>
            </a:r>
          </a:p>
          <a:p>
            <a:r>
              <a:rPr lang="en-GB" dirty="0"/>
              <a:t>  </a:t>
            </a:r>
            <a:r>
              <a:rPr lang="en-GB" dirty="0" err="1"/>
              <a:t>vars_files</a:t>
            </a:r>
            <a:r>
              <a:rPr lang="en-GB" dirty="0"/>
              <a:t>:</a:t>
            </a:r>
          </a:p>
          <a:p>
            <a:r>
              <a:rPr lang="en-GB" dirty="0"/>
              <a:t>    - vars1.yml</a:t>
            </a:r>
          </a:p>
          <a:p>
            <a:r>
              <a:rPr lang="en-GB" dirty="0"/>
              <a:t>  tasks:</a:t>
            </a:r>
          </a:p>
          <a:p>
            <a:r>
              <a:rPr lang="en-GB" dirty="0"/>
              <a:t>    - name: Install </a:t>
            </a:r>
            <a:r>
              <a:rPr lang="en-GB" dirty="0" err="1"/>
              <a:t>apache</a:t>
            </a:r>
            <a:endParaRPr lang="en-GB" dirty="0"/>
          </a:p>
          <a:p>
            <a:r>
              <a:rPr lang="en-GB" dirty="0"/>
              <a:t>      apt:</a:t>
            </a:r>
          </a:p>
          <a:p>
            <a:r>
              <a:rPr lang="en-GB" dirty="0"/>
              <a:t>        name: "{{ </a:t>
            </a:r>
            <a:r>
              <a:rPr lang="en-GB" dirty="0" err="1"/>
              <a:t>package_name</a:t>
            </a:r>
            <a:r>
              <a:rPr lang="en-GB" dirty="0"/>
              <a:t> }}"</a:t>
            </a:r>
          </a:p>
          <a:p>
            <a:r>
              <a:rPr lang="en-GB" dirty="0"/>
              <a:t>        state: present</a:t>
            </a:r>
          </a:p>
          <a:p>
            <a:r>
              <a:rPr lang="en-GB" dirty="0"/>
              <a:t>        </a:t>
            </a:r>
            <a:r>
              <a:rPr lang="en-GB" dirty="0" err="1"/>
              <a:t>update_cache</a:t>
            </a:r>
            <a:r>
              <a:rPr lang="en-GB" dirty="0"/>
              <a:t>: yes</a:t>
            </a:r>
          </a:p>
          <a:p>
            <a:r>
              <a:rPr lang="en-GB" dirty="0"/>
              <a:t>    - name: Start </a:t>
            </a:r>
            <a:r>
              <a:rPr lang="en-GB" dirty="0" err="1"/>
              <a:t>apache</a:t>
            </a:r>
            <a:endParaRPr lang="en-GB" dirty="0"/>
          </a:p>
          <a:p>
            <a:r>
              <a:rPr lang="en-GB" dirty="0"/>
              <a:t>      service:</a:t>
            </a:r>
          </a:p>
          <a:p>
            <a:r>
              <a:rPr lang="en-GB" dirty="0"/>
              <a:t>        name: "{{ </a:t>
            </a:r>
            <a:r>
              <a:rPr lang="en-GB" dirty="0" err="1"/>
              <a:t>package_name</a:t>
            </a:r>
            <a:r>
              <a:rPr lang="en-GB" dirty="0"/>
              <a:t> }}"</a:t>
            </a:r>
          </a:p>
          <a:p>
            <a:r>
              <a:rPr lang="en-GB" dirty="0"/>
              <a:t>        state: started</a:t>
            </a:r>
          </a:p>
          <a:p>
            <a:r>
              <a:rPr lang="en-GB" dirty="0"/>
              <a:t>        enabled: yes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0BF6A-7D38-9A2F-0FA6-F99D4860FD48}"/>
              </a:ext>
            </a:extLst>
          </p:cNvPr>
          <p:cNvSpPr txBox="1"/>
          <p:nvPr/>
        </p:nvSpPr>
        <p:spPr>
          <a:xfrm>
            <a:off x="1091380" y="383459"/>
            <a:ext cx="309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Yaml</a:t>
            </a:r>
            <a:r>
              <a:rPr lang="en-GB" dirty="0"/>
              <a:t> code  with variable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4F926F-D7DF-BD32-CED6-6C5B871F49BF}"/>
              </a:ext>
            </a:extLst>
          </p:cNvPr>
          <p:cNvSpPr txBox="1"/>
          <p:nvPr/>
        </p:nvSpPr>
        <p:spPr>
          <a:xfrm>
            <a:off x="7138219" y="442453"/>
            <a:ext cx="2330246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Install_apache2.yml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E28F52-CAB8-30A8-34CE-6DF82A364FC1}"/>
              </a:ext>
            </a:extLst>
          </p:cNvPr>
          <p:cNvSpPr txBox="1"/>
          <p:nvPr/>
        </p:nvSpPr>
        <p:spPr>
          <a:xfrm>
            <a:off x="2040193" y="2335162"/>
            <a:ext cx="988142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 err="1"/>
              <a:t>var.yml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4D406F-39B5-3E59-1A1A-00B2159AFD95}"/>
              </a:ext>
            </a:extLst>
          </p:cNvPr>
          <p:cNvSpPr txBox="1"/>
          <p:nvPr/>
        </p:nvSpPr>
        <p:spPr>
          <a:xfrm>
            <a:off x="1484671" y="2920181"/>
            <a:ext cx="3313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package_name: apache2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7233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1DA638-EC8A-F0D6-496C-08017657E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6563"/>
            <a:ext cx="12192000" cy="240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94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6CB1BF-4183-9A08-129A-48DAF7F4C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119" y="1306646"/>
            <a:ext cx="8321761" cy="42447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20806-E503-E175-33A4-5242A2F5EC11}"/>
              </a:ext>
            </a:extLst>
          </p:cNvPr>
          <p:cNvSpPr txBox="1"/>
          <p:nvPr/>
        </p:nvSpPr>
        <p:spPr>
          <a:xfrm>
            <a:off x="2054942" y="412955"/>
            <a:ext cx="510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 in slave  machine – apache2 is installed </a:t>
            </a:r>
          </a:p>
        </p:txBody>
      </p:sp>
    </p:spTree>
    <p:extLst>
      <p:ext uri="{BB962C8B-B14F-4D97-AF65-F5344CB8AC3E}">
        <p14:creationId xmlns:p14="http://schemas.microsoft.com/office/powerpoint/2010/main" val="677562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104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Navin Kumar</dc:creator>
  <cp:lastModifiedBy>Navin Kumar</cp:lastModifiedBy>
  <cp:revision>1</cp:revision>
  <dcterms:created xsi:type="dcterms:W3CDTF">2024-12-15T13:38:36Z</dcterms:created>
  <dcterms:modified xsi:type="dcterms:W3CDTF">2024-12-15T13:43:02Z</dcterms:modified>
</cp:coreProperties>
</file>