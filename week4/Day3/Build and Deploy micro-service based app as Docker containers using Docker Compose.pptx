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360FE0-BF74-49C1-925E-BF028219A17D}" v="9" dt="2024-12-30T11:50:25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EF360FE0-BF74-49C1-925E-BF028219A17D}"/>
    <pc:docChg chg="custSel addSld modSld sldOrd">
      <pc:chgData name="Navin Kumar" userId="4040edb968256b89" providerId="LiveId" clId="{EF360FE0-BF74-49C1-925E-BF028219A17D}" dt="2024-12-30T11:50:44.457" v="264" actId="1076"/>
      <pc:docMkLst>
        <pc:docMk/>
      </pc:docMkLst>
      <pc:sldChg chg="addSp modSp new mod">
        <pc:chgData name="Navin Kumar" userId="4040edb968256b89" providerId="LiveId" clId="{EF360FE0-BF74-49C1-925E-BF028219A17D}" dt="2024-12-30T11:39:20.853" v="53" actId="1076"/>
        <pc:sldMkLst>
          <pc:docMk/>
          <pc:sldMk cId="1268845143" sldId="256"/>
        </pc:sldMkLst>
        <pc:spChg chg="add mod">
          <ac:chgData name="Navin Kumar" userId="4040edb968256b89" providerId="LiveId" clId="{EF360FE0-BF74-49C1-925E-BF028219A17D}" dt="2024-12-30T11:35:20.193" v="5" actId="1076"/>
          <ac:spMkLst>
            <pc:docMk/>
            <pc:sldMk cId="1268845143" sldId="256"/>
            <ac:spMk id="2" creationId="{CC07CBE6-0A71-0F41-4FDC-6439F125507A}"/>
          </ac:spMkLst>
        </pc:spChg>
        <pc:spChg chg="add mod">
          <ac:chgData name="Navin Kumar" userId="4040edb968256b89" providerId="LiveId" clId="{EF360FE0-BF74-49C1-925E-BF028219A17D}" dt="2024-12-30T11:38:55.386" v="24" actId="1076"/>
          <ac:spMkLst>
            <pc:docMk/>
            <pc:sldMk cId="1268845143" sldId="256"/>
            <ac:spMk id="3" creationId="{BEA6C208-4952-3C87-D123-515F2F369767}"/>
          </ac:spMkLst>
        </pc:spChg>
        <pc:spChg chg="add mod">
          <ac:chgData name="Navin Kumar" userId="4040edb968256b89" providerId="LiveId" clId="{EF360FE0-BF74-49C1-925E-BF028219A17D}" dt="2024-12-30T11:38:53.289" v="23" actId="1076"/>
          <ac:spMkLst>
            <pc:docMk/>
            <pc:sldMk cId="1268845143" sldId="256"/>
            <ac:spMk id="4" creationId="{4151A52E-E1F4-20F4-B6FC-FB4B576D6288}"/>
          </ac:spMkLst>
        </pc:spChg>
        <pc:spChg chg="add mod">
          <ac:chgData name="Navin Kumar" userId="4040edb968256b89" providerId="LiveId" clId="{EF360FE0-BF74-49C1-925E-BF028219A17D}" dt="2024-12-30T11:39:20.853" v="53" actId="1076"/>
          <ac:spMkLst>
            <pc:docMk/>
            <pc:sldMk cId="1268845143" sldId="256"/>
            <ac:spMk id="5" creationId="{ACBB66CE-C3FB-4990-7A85-BC74F37AC306}"/>
          </ac:spMkLst>
        </pc:spChg>
      </pc:sldChg>
      <pc:sldChg chg="addSp modSp new mod">
        <pc:chgData name="Navin Kumar" userId="4040edb968256b89" providerId="LiveId" clId="{EF360FE0-BF74-49C1-925E-BF028219A17D}" dt="2024-12-30T11:40:45.269" v="106" actId="20577"/>
        <pc:sldMkLst>
          <pc:docMk/>
          <pc:sldMk cId="4073871707" sldId="257"/>
        </pc:sldMkLst>
        <pc:spChg chg="add mod">
          <ac:chgData name="Navin Kumar" userId="4040edb968256b89" providerId="LiveId" clId="{EF360FE0-BF74-49C1-925E-BF028219A17D}" dt="2024-12-30T11:40:45.269" v="106" actId="20577"/>
          <ac:spMkLst>
            <pc:docMk/>
            <pc:sldMk cId="4073871707" sldId="257"/>
            <ac:spMk id="4" creationId="{C0C4BAAD-67AE-3E08-D845-9A21ECEA8A66}"/>
          </ac:spMkLst>
        </pc:spChg>
        <pc:picChg chg="add mod modCrop">
          <ac:chgData name="Navin Kumar" userId="4040edb968256b89" providerId="LiveId" clId="{EF360FE0-BF74-49C1-925E-BF028219A17D}" dt="2024-12-30T11:40:14.270" v="59" actId="1076"/>
          <ac:picMkLst>
            <pc:docMk/>
            <pc:sldMk cId="4073871707" sldId="257"/>
            <ac:picMk id="3" creationId="{AE35EAF8-A834-6C91-FEDF-49E87A1E41C9}"/>
          </ac:picMkLst>
        </pc:picChg>
      </pc:sldChg>
      <pc:sldChg chg="addSp modSp new mod">
        <pc:chgData name="Navin Kumar" userId="4040edb968256b89" providerId="LiveId" clId="{EF360FE0-BF74-49C1-925E-BF028219A17D}" dt="2024-12-30T11:45:38.598" v="167" actId="14100"/>
        <pc:sldMkLst>
          <pc:docMk/>
          <pc:sldMk cId="4086911851" sldId="258"/>
        </pc:sldMkLst>
        <pc:spChg chg="add mod">
          <ac:chgData name="Navin Kumar" userId="4040edb968256b89" providerId="LiveId" clId="{EF360FE0-BF74-49C1-925E-BF028219A17D}" dt="2024-12-30T11:45:38.598" v="167" actId="14100"/>
          <ac:spMkLst>
            <pc:docMk/>
            <pc:sldMk cId="4086911851" sldId="258"/>
            <ac:spMk id="4" creationId="{5026B03D-2278-1FA8-EC7B-EDA190E5685E}"/>
          </ac:spMkLst>
        </pc:spChg>
        <pc:picChg chg="add mod">
          <ac:chgData name="Navin Kumar" userId="4040edb968256b89" providerId="LiveId" clId="{EF360FE0-BF74-49C1-925E-BF028219A17D}" dt="2024-12-30T11:44:56.002" v="109" actId="1076"/>
          <ac:picMkLst>
            <pc:docMk/>
            <pc:sldMk cId="4086911851" sldId="258"/>
            <ac:picMk id="3" creationId="{36288DDD-5459-ED4E-B159-7294AE818574}"/>
          </ac:picMkLst>
        </pc:picChg>
      </pc:sldChg>
      <pc:sldChg chg="addSp delSp modSp new mod">
        <pc:chgData name="Navin Kumar" userId="4040edb968256b89" providerId="LiveId" clId="{EF360FE0-BF74-49C1-925E-BF028219A17D}" dt="2024-12-30T11:48:46.913" v="234" actId="20577"/>
        <pc:sldMkLst>
          <pc:docMk/>
          <pc:sldMk cId="181347998" sldId="259"/>
        </pc:sldMkLst>
        <pc:spChg chg="add mod">
          <ac:chgData name="Navin Kumar" userId="4040edb968256b89" providerId="LiveId" clId="{EF360FE0-BF74-49C1-925E-BF028219A17D}" dt="2024-12-30T11:48:46.913" v="234" actId="20577"/>
          <ac:spMkLst>
            <pc:docMk/>
            <pc:sldMk cId="181347998" sldId="259"/>
            <ac:spMk id="8" creationId="{5AE70CC6-60A7-CE0A-C683-E35500F0AE89}"/>
          </ac:spMkLst>
        </pc:spChg>
        <pc:picChg chg="add del">
          <ac:chgData name="Navin Kumar" userId="4040edb968256b89" providerId="LiveId" clId="{EF360FE0-BF74-49C1-925E-BF028219A17D}" dt="2024-12-30T11:47:29.305" v="172" actId="478"/>
          <ac:picMkLst>
            <pc:docMk/>
            <pc:sldMk cId="181347998" sldId="259"/>
            <ac:picMk id="3" creationId="{5ABB0ABF-A087-FA06-668E-21BDB6F502CF}"/>
          </ac:picMkLst>
        </pc:picChg>
        <pc:picChg chg="add del">
          <ac:chgData name="Navin Kumar" userId="4040edb968256b89" providerId="LiveId" clId="{EF360FE0-BF74-49C1-925E-BF028219A17D}" dt="2024-12-30T11:47:27.780" v="171" actId="478"/>
          <ac:picMkLst>
            <pc:docMk/>
            <pc:sldMk cId="181347998" sldId="259"/>
            <ac:picMk id="5" creationId="{8470E1AA-0F2F-F271-932B-6AC27FE0581E}"/>
          </ac:picMkLst>
        </pc:picChg>
        <pc:picChg chg="add mod">
          <ac:chgData name="Navin Kumar" userId="4040edb968256b89" providerId="LiveId" clId="{EF360FE0-BF74-49C1-925E-BF028219A17D}" dt="2024-12-30T11:48:43.811" v="232" actId="1076"/>
          <ac:picMkLst>
            <pc:docMk/>
            <pc:sldMk cId="181347998" sldId="259"/>
            <ac:picMk id="7" creationId="{A43935C1-230D-5A95-9638-1A6993F240B0}"/>
          </ac:picMkLst>
        </pc:picChg>
      </pc:sldChg>
      <pc:sldChg chg="addSp modSp new mod ord">
        <pc:chgData name="Navin Kumar" userId="4040edb968256b89" providerId="LiveId" clId="{EF360FE0-BF74-49C1-925E-BF028219A17D}" dt="2024-12-30T11:48:33.493" v="230" actId="14100"/>
        <pc:sldMkLst>
          <pc:docMk/>
          <pc:sldMk cId="4019649432" sldId="260"/>
        </pc:sldMkLst>
        <pc:spChg chg="add mod">
          <ac:chgData name="Navin Kumar" userId="4040edb968256b89" providerId="LiveId" clId="{EF360FE0-BF74-49C1-925E-BF028219A17D}" dt="2024-12-30T11:48:33.493" v="230" actId="14100"/>
          <ac:spMkLst>
            <pc:docMk/>
            <pc:sldMk cId="4019649432" sldId="260"/>
            <ac:spMk id="4" creationId="{924D5762-76EA-29F0-2DF1-406F7F8BE166}"/>
          </ac:spMkLst>
        </pc:spChg>
        <pc:picChg chg="add mod">
          <ac:chgData name="Navin Kumar" userId="4040edb968256b89" providerId="LiveId" clId="{EF360FE0-BF74-49C1-925E-BF028219A17D}" dt="2024-12-30T11:47:57.792" v="178" actId="1076"/>
          <ac:picMkLst>
            <pc:docMk/>
            <pc:sldMk cId="4019649432" sldId="260"/>
            <ac:picMk id="3" creationId="{78470B01-6756-C6FB-E7A1-EF77115F380F}"/>
          </ac:picMkLst>
        </pc:picChg>
      </pc:sldChg>
      <pc:sldChg chg="addSp delSp modSp new mod">
        <pc:chgData name="Navin Kumar" userId="4040edb968256b89" providerId="LiveId" clId="{EF360FE0-BF74-49C1-925E-BF028219A17D}" dt="2024-12-30T11:50:44.457" v="264" actId="1076"/>
        <pc:sldMkLst>
          <pc:docMk/>
          <pc:sldMk cId="614142022" sldId="261"/>
        </pc:sldMkLst>
        <pc:spChg chg="add mod">
          <ac:chgData name="Navin Kumar" userId="4040edb968256b89" providerId="LiveId" clId="{EF360FE0-BF74-49C1-925E-BF028219A17D}" dt="2024-12-30T11:50:44.457" v="264" actId="1076"/>
          <ac:spMkLst>
            <pc:docMk/>
            <pc:sldMk cId="614142022" sldId="261"/>
            <ac:spMk id="6" creationId="{E68C0AE8-DD80-64C6-0C69-D3EB415E9B2F}"/>
          </ac:spMkLst>
        </pc:spChg>
        <pc:picChg chg="add del mod">
          <ac:chgData name="Navin Kumar" userId="4040edb968256b89" providerId="LiveId" clId="{EF360FE0-BF74-49C1-925E-BF028219A17D}" dt="2024-12-30T11:50:13.663" v="238" actId="478"/>
          <ac:picMkLst>
            <pc:docMk/>
            <pc:sldMk cId="614142022" sldId="261"/>
            <ac:picMk id="3" creationId="{2EB103B4-CDB1-F545-3EB8-889375672830}"/>
          </ac:picMkLst>
        </pc:picChg>
        <pc:picChg chg="add mod">
          <ac:chgData name="Navin Kumar" userId="4040edb968256b89" providerId="LiveId" clId="{EF360FE0-BF74-49C1-925E-BF028219A17D}" dt="2024-12-30T11:50:17.563" v="240" actId="1076"/>
          <ac:picMkLst>
            <pc:docMk/>
            <pc:sldMk cId="614142022" sldId="261"/>
            <ac:picMk id="5" creationId="{46929A46-843C-3DE9-4AF7-C5F354F202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D8CF-B57A-83C2-1C6F-E5D2240BB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DB912-851F-D213-9C72-E4DA0BC30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04342-2CAC-0FCC-A5A6-426952A1A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42112-42E3-3172-CBE6-9A79BD2D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52E5A-F62A-FEC8-0DEC-F98DEF33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03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A80C-63D0-D9BC-5323-351CBF27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F43E3-FE80-B532-CC5D-C9A4B56AA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94B2A-17F7-2760-8465-AF461657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8300-ED3B-ED89-88F1-BEF1B6D6A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521AF-6DD5-0FF6-EF23-E97FE5F3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94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9A93-6645-13D6-1A81-1120257B4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78D10-61E3-26BF-2DF3-D80032894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C64D-8518-6179-EF99-65D8A514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18606-84D4-34D8-BC18-FD387395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F9876-342F-A697-2FE7-04A6F952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89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B441-69B7-F769-F9B0-6BB0328D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FAA41-5209-981E-34C2-E8417723D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DBA45-36D7-F980-7A3B-B3EC6A8E8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3EDC0-6909-B517-5E5B-5A15C359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F86BA-3204-8DA1-CDE4-324B8C6E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B1B4F-8D31-B74B-D59D-A5EC7DBE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86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F35B-CDAA-49F1-B697-7D719B20B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8001A-E49D-BA34-B29B-41B3F8A9A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2E589-B399-0C37-0F1E-8BFDCD51D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400DF-7374-4CA5-EE10-7B64FC5D7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9D63E-998D-2F47-2B1B-A3CC8A46D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338A4-8301-6442-31C9-70B6E5E1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CDA7E-8EB1-1982-67BE-102898BF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07D66-5F25-BC97-BF1E-0CA8DBE6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591C-B166-4CCC-547F-CD0B3575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1AEF9-9462-A1D4-A0D2-5A84FCE9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6FCFB-3A3A-5B97-B8FE-0C02AA91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455F1-88D6-8951-B7D2-D230C82E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08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C631E-36C3-79C7-E8FC-83448D49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A1E83-DD76-8B9F-3B0F-9B0E394F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F5082-EAB8-234D-CB2D-582EC91B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68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FB57-17BF-97DE-C8DE-1937A9C6C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B91C-9FBE-592A-0826-77EAD6B94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0CE49-0574-3564-C421-0EFDDC587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981D1-034F-C2DE-1151-6D343B2E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A3D95-1F9A-34F9-02E0-8428CFC4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9CB8B-E5FA-4282-6E62-525B09D3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25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55EF-B611-9876-786D-57DE5D4E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97F9B-23E3-4133-6338-2646750FB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7EEAD-2B2B-0A10-3BD7-C18203D4C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EC371-0E95-EEF8-F7E0-1724780B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6972B-DBD7-B11C-FAA0-0EC23AC1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9E32-D929-5065-A44A-585E107E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38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BB54-0843-CD09-9AF2-D93D20A4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3723C-FE9E-EBDF-7BD8-6D1322B39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EC8FF-0840-8198-8D70-3C25B54B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43BF0-F938-8E51-504A-0A639268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33A4-7180-E9FF-6C0B-08628925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18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B0CBC-0AF7-5056-B9C1-B4983C82B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BC844-225B-D0DE-C869-FA474FA03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47BBF-C9A8-A26A-AC55-E05D0EB6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89D9C-FAE0-B88A-796F-463E8829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0B0BF-94BB-07AF-6425-01F96F1C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87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E67FC-6536-E313-C775-0AAB33E1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1B6B4-3FD0-4B63-7B29-BD42F6502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E00A4-7BEC-CB9B-BFC2-C7AA713EE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B442C-011E-4D5E-AFEC-7577CFA52299}" type="datetimeFigureOut">
              <a:rPr lang="en-GB" smtClean="0"/>
              <a:t>30/12/2024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F740-F953-A0CD-6612-3922828AB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06783-0EC7-4EE3-FF83-0E2425B04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02881-F7B9-48A2-AD6B-7B410409C9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68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7CBE6-0A71-0F41-4FDC-6439F125507A}"/>
              </a:ext>
            </a:extLst>
          </p:cNvPr>
          <p:cNvSpPr txBox="1"/>
          <p:nvPr/>
        </p:nvSpPr>
        <p:spPr>
          <a:xfrm>
            <a:off x="1399032" y="292608"/>
            <a:ext cx="847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i="0" dirty="0">
                <a:solidFill>
                  <a:srgbClr val="1A202C"/>
                </a:solidFill>
                <a:effectLst/>
                <a:latin typeface="var(--chakra-fonts-heading)"/>
              </a:rPr>
              <a:t>Build and Deploy micro-service based app as Docker containers using Docker Compose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6C208-4952-3C87-D123-515F2F369767}"/>
              </a:ext>
            </a:extLst>
          </p:cNvPr>
          <p:cNvSpPr txBox="1"/>
          <p:nvPr/>
        </p:nvSpPr>
        <p:spPr>
          <a:xfrm>
            <a:off x="950976" y="1691198"/>
            <a:ext cx="250545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"3.7"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vote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./vote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python app.py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./vote:/app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"5000:80"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front-tier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back-tier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./result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nodemon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server.js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./result:/app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"5001:80"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front-tier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back-tier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1A52E-E1F4-20F4-B6FC-FB4B576D6288}"/>
              </a:ext>
            </a:extLst>
          </p:cNvPr>
          <p:cNvSpPr txBox="1"/>
          <p:nvPr/>
        </p:nvSpPr>
        <p:spPr>
          <a:xfrm>
            <a:off x="5443728" y="1316736"/>
            <a:ext cx="4544568" cy="545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./worker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back-tier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redis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redis:5.0-alpine3.10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"6379:6379"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back-tier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postgres:9.4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POSTGRES_USER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postgres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POSTGRES_PASSWORD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postgres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-data:/var/lib/</a:t>
            </a:r>
            <a:r>
              <a:rPr lang="en-GB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postgresql</a:t>
            </a:r>
            <a:r>
              <a:rPr lang="en-GB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/data"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GB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back-tier</a:t>
            </a:r>
            <a:endParaRPr lang="en-GB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-data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b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front-tier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back-tier</a:t>
            </a:r>
            <a:r>
              <a:rPr lang="en-GB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endParaRPr lang="en-GB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B66CE-C3FB-4990-7A85-BC74F37AC306}"/>
              </a:ext>
            </a:extLst>
          </p:cNvPr>
          <p:cNvSpPr txBox="1"/>
          <p:nvPr/>
        </p:nvSpPr>
        <p:spPr>
          <a:xfrm>
            <a:off x="448056" y="938939"/>
            <a:ext cx="2249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Docker compose file </a:t>
            </a:r>
          </a:p>
        </p:txBody>
      </p:sp>
    </p:spTree>
    <p:extLst>
      <p:ext uri="{BB962C8B-B14F-4D97-AF65-F5344CB8AC3E}">
        <p14:creationId xmlns:p14="http://schemas.microsoft.com/office/powerpoint/2010/main" val="126884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35EAF8-A834-6C91-FEDF-49E87A1E4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8" r="17893" b="5965"/>
          <a:stretch/>
        </p:blipFill>
        <p:spPr>
          <a:xfrm>
            <a:off x="4985886" y="409074"/>
            <a:ext cx="6497053" cy="6448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C4BAAD-67AE-3E08-D845-9A21ECEA8A66}"/>
              </a:ext>
            </a:extLst>
          </p:cNvPr>
          <p:cNvSpPr txBox="1"/>
          <p:nvPr/>
        </p:nvSpPr>
        <p:spPr>
          <a:xfrm>
            <a:off x="596766" y="952901"/>
            <a:ext cx="1934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Git clone and pull all the files </a:t>
            </a:r>
          </a:p>
        </p:txBody>
      </p:sp>
    </p:spTree>
    <p:extLst>
      <p:ext uri="{BB962C8B-B14F-4D97-AF65-F5344CB8AC3E}">
        <p14:creationId xmlns:p14="http://schemas.microsoft.com/office/powerpoint/2010/main" val="407387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88DDD-5459-ED4E-B159-7294AE818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6" y="2322549"/>
            <a:ext cx="11400508" cy="3406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26B03D-2278-1FA8-EC7B-EDA190E5685E}"/>
              </a:ext>
            </a:extLst>
          </p:cNvPr>
          <p:cNvSpPr txBox="1"/>
          <p:nvPr/>
        </p:nvSpPr>
        <p:spPr>
          <a:xfrm>
            <a:off x="1386038" y="944350"/>
            <a:ext cx="3619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Run the containers </a:t>
            </a:r>
          </a:p>
          <a:p>
            <a:r>
              <a:rPr lang="en-GB" dirty="0"/>
              <a:t>And list the containers</a:t>
            </a:r>
          </a:p>
        </p:txBody>
      </p:sp>
    </p:spTree>
    <p:extLst>
      <p:ext uri="{BB962C8B-B14F-4D97-AF65-F5344CB8AC3E}">
        <p14:creationId xmlns:p14="http://schemas.microsoft.com/office/powerpoint/2010/main" val="408691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470B01-6756-C6FB-E7A1-EF77115F3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87" y="1375248"/>
            <a:ext cx="9381033" cy="3741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4D5762-76EA-29F0-2DF1-406F7F8BE166}"/>
              </a:ext>
            </a:extLst>
          </p:cNvPr>
          <p:cNvSpPr txBox="1"/>
          <p:nvPr/>
        </p:nvSpPr>
        <p:spPr>
          <a:xfrm>
            <a:off x="1591056" y="374904"/>
            <a:ext cx="375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Check the vote app at port 5000</a:t>
            </a:r>
          </a:p>
        </p:txBody>
      </p:sp>
    </p:spTree>
    <p:extLst>
      <p:ext uri="{BB962C8B-B14F-4D97-AF65-F5344CB8AC3E}">
        <p14:creationId xmlns:p14="http://schemas.microsoft.com/office/powerpoint/2010/main" val="401964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3935C1-230D-5A95-9638-1A6993F2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25" y="1171496"/>
            <a:ext cx="10211685" cy="531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E70CC6-60A7-CE0A-C683-E35500F0AE89}"/>
              </a:ext>
            </a:extLst>
          </p:cNvPr>
          <p:cNvSpPr txBox="1"/>
          <p:nvPr/>
        </p:nvSpPr>
        <p:spPr>
          <a:xfrm>
            <a:off x="1591056" y="374904"/>
            <a:ext cx="375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Check the vote app at port 5001</a:t>
            </a:r>
          </a:p>
        </p:txBody>
      </p:sp>
    </p:spTree>
    <p:extLst>
      <p:ext uri="{BB962C8B-B14F-4D97-AF65-F5344CB8AC3E}">
        <p14:creationId xmlns:p14="http://schemas.microsoft.com/office/powerpoint/2010/main" val="181347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929A46-843C-3DE9-4AF7-C5F354F2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6" y="1997071"/>
            <a:ext cx="5959356" cy="3010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8C0AE8-DD80-64C6-0C69-D3EB415E9B2F}"/>
              </a:ext>
            </a:extLst>
          </p:cNvPr>
          <p:cNvSpPr txBox="1"/>
          <p:nvPr/>
        </p:nvSpPr>
        <p:spPr>
          <a:xfrm>
            <a:off x="2761488" y="1179576"/>
            <a:ext cx="375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Stopping Containers </a:t>
            </a:r>
          </a:p>
        </p:txBody>
      </p:sp>
    </p:spTree>
    <p:extLst>
      <p:ext uri="{BB962C8B-B14F-4D97-AF65-F5344CB8AC3E}">
        <p14:creationId xmlns:p14="http://schemas.microsoft.com/office/powerpoint/2010/main" val="61414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245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var(--chakra-fonts-heading)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2024-12-30T11:34:32Z</dcterms:created>
  <dcterms:modified xsi:type="dcterms:W3CDTF">2024-12-30T11:50:45Z</dcterms:modified>
</cp:coreProperties>
</file>