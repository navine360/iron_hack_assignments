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vin Kumar" userId="4040edb968256b89" providerId="LiveId" clId="{011DF822-8C14-4733-A833-5724FBE69F4F}"/>
    <pc:docChg chg="addSld modSld">
      <pc:chgData name="Navin Kumar" userId="4040edb968256b89" providerId="LiveId" clId="{011DF822-8C14-4733-A833-5724FBE69F4F}" dt="2024-12-14T10:37:17.587" v="3" actId="22"/>
      <pc:docMkLst>
        <pc:docMk/>
      </pc:docMkLst>
      <pc:sldChg chg="addSp new mod">
        <pc:chgData name="Navin Kumar" userId="4040edb968256b89" providerId="LiveId" clId="{011DF822-8C14-4733-A833-5724FBE69F4F}" dt="2024-12-14T10:37:01.135" v="1" actId="22"/>
        <pc:sldMkLst>
          <pc:docMk/>
          <pc:sldMk cId="2214971927" sldId="256"/>
        </pc:sldMkLst>
        <pc:picChg chg="add">
          <ac:chgData name="Navin Kumar" userId="4040edb968256b89" providerId="LiveId" clId="{011DF822-8C14-4733-A833-5724FBE69F4F}" dt="2024-12-14T10:37:01.135" v="1" actId="22"/>
          <ac:picMkLst>
            <pc:docMk/>
            <pc:sldMk cId="2214971927" sldId="256"/>
            <ac:picMk id="3" creationId="{6AB10EAD-AF67-15AB-C1F2-11CA4F0006EA}"/>
          </ac:picMkLst>
        </pc:picChg>
      </pc:sldChg>
      <pc:sldChg chg="addSp new mod">
        <pc:chgData name="Navin Kumar" userId="4040edb968256b89" providerId="LiveId" clId="{011DF822-8C14-4733-A833-5724FBE69F4F}" dt="2024-12-14T10:37:17.587" v="3" actId="22"/>
        <pc:sldMkLst>
          <pc:docMk/>
          <pc:sldMk cId="1174527246" sldId="257"/>
        </pc:sldMkLst>
        <pc:spChg chg="add">
          <ac:chgData name="Navin Kumar" userId="4040edb968256b89" providerId="LiveId" clId="{011DF822-8C14-4733-A833-5724FBE69F4F}" dt="2024-12-14T10:37:17.587" v="3" actId="22"/>
          <ac:spMkLst>
            <pc:docMk/>
            <pc:sldMk cId="1174527246" sldId="257"/>
            <ac:spMk id="3" creationId="{04C8DEE5-24CD-2B27-4315-0AFCF6728BB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027F6-A7DD-DC5D-D541-7FC99C4DB2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49BC00-1203-6DAD-6477-83838530A9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2AB378-A4D5-7C19-0715-C112AF6EA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1AD69-7D49-4317-8842-B8B31C2BD836}" type="datetimeFigureOut">
              <a:rPr lang="en-GB" smtClean="0"/>
              <a:t>14/12/2024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C8528C-1257-6D2C-481E-CDE0A2557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F64050-EAA7-6B53-8E01-0B7BEE079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994CA-791B-4E10-B051-89A97643F6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30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DF722-BD25-90C9-7A02-EB5573004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BB91F-01E2-4F1F-5725-888461FAEA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29380A-B4BA-3C7A-A569-343FB9C1E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1AD69-7D49-4317-8842-B8B31C2BD836}" type="datetimeFigureOut">
              <a:rPr lang="en-GB" smtClean="0"/>
              <a:t>14/12/2024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C56772-4292-EDAB-1BB0-DBE63A844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71030-4B44-F023-1190-21A355C6A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994CA-791B-4E10-B051-89A97643F6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6971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2C585-D4F6-ACB9-F59E-449FA4EC6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65BE95-A88F-58E0-213B-15B68E7B63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180153-E385-F446-69E3-574EAB892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1AD69-7D49-4317-8842-B8B31C2BD836}" type="datetimeFigureOut">
              <a:rPr lang="en-GB" smtClean="0"/>
              <a:t>14/12/2024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4FF486-3DAB-63AB-ABD7-D0ABBB9DF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267BE5-B4F2-5D3F-9F58-D67582081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994CA-791B-4E10-B051-89A97643F6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75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0A7C9-9860-D27E-49C7-CCC5C11CB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FD706-0D89-28D1-3AAA-6F38B01213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6F84CA-C02C-C671-C4C2-C617C2AB5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D3E3A1-0AD6-82B3-EEC2-461C79185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1AD69-7D49-4317-8842-B8B31C2BD836}" type="datetimeFigureOut">
              <a:rPr lang="en-GB" smtClean="0"/>
              <a:t>14/12/2024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E4305A-8F95-0159-A8C8-8C15946F1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9A6812-FFFC-5B18-D4DE-CDB8EF90F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994CA-791B-4E10-B051-89A97643F6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4624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EBFFC-409A-710C-5205-EDF01394D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DB6CA1-A049-D0B2-C46A-A0E3ACB70E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D978D0-EFF9-D3B3-0ECA-A49303690B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635585-BB22-BFBE-8DC7-54071D62B2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DDBBA2-C154-E524-FB13-8A83579874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44781B-A938-160A-EBAA-3126B175F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1AD69-7D49-4317-8842-B8B31C2BD836}" type="datetimeFigureOut">
              <a:rPr lang="en-GB" smtClean="0"/>
              <a:t>14/12/2024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073C78-F314-4C05-83B7-19EEAA0A0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64464C-75E5-BA1F-0D95-22C09507C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994CA-791B-4E10-B051-89A97643F6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3917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CB3D9-B13C-928F-607A-F788E4D27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87DC09-2AF5-4DF7-C849-C1DA3D6E9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1AD69-7D49-4317-8842-B8B31C2BD836}" type="datetimeFigureOut">
              <a:rPr lang="en-GB" smtClean="0"/>
              <a:t>14/12/2024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880E4A-400D-B4A8-D180-4BC9BF69D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A5CA0A-4190-3ED0-025F-B34592824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994CA-791B-4E10-B051-89A97643F6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0305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260382-DC8D-77CB-8782-47F8E31F5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1AD69-7D49-4317-8842-B8B31C2BD836}" type="datetimeFigureOut">
              <a:rPr lang="en-GB" smtClean="0"/>
              <a:t>14/12/2024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F190FC-B497-B2FE-430B-FF420AD7B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DAC62B-8487-EDF2-B21E-84571352B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994CA-791B-4E10-B051-89A97643F6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0042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99368-D0CE-875C-F9F1-613C4AC6C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CF298-4504-FFEC-C77E-0AAD225798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89FFEC-403D-B662-13C6-56ECCBA6C9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34A712-BA27-EF41-81BC-B9A962CBC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1AD69-7D49-4317-8842-B8B31C2BD836}" type="datetimeFigureOut">
              <a:rPr lang="en-GB" smtClean="0"/>
              <a:t>14/12/2024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5B70C1-1E0A-F50D-0F7B-4292D6F69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AAE1E6-4340-2CE6-670D-993BC0808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994CA-791B-4E10-B051-89A97643F6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3165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920B3-0231-3663-D66E-864EA8014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6D2C28-C6D2-CBC6-E7F5-A505941732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42E114-59A6-08E7-B366-010E4C213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FF6A1B-9DCC-7B5E-DDBA-79044ECFF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1AD69-7D49-4317-8842-B8B31C2BD836}" type="datetimeFigureOut">
              <a:rPr lang="en-GB" smtClean="0"/>
              <a:t>14/12/2024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28A628-6BE4-CD03-F1BB-62CC7E1B9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ED0AD8-7BCB-1175-7DF6-76250A23B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994CA-791B-4E10-B051-89A97643F6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0789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25F30-4C20-2B4C-FCE9-5CA50263F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EB9608-1F49-C58F-6DF6-7BF911305B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D03F26-8F1E-E9B5-1208-D1837C01D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1AD69-7D49-4317-8842-B8B31C2BD836}" type="datetimeFigureOut">
              <a:rPr lang="en-GB" smtClean="0"/>
              <a:t>14/12/2024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E0E38D-5FE9-2B0F-37ED-66BEED431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E2EFA9-C765-23BE-CBAE-2E8DB54A0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994CA-791B-4E10-B051-89A97643F6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1559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229DAE-56CD-B501-417C-C28818F6CB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D85337-E8FD-64E8-FB71-EC644F22B4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517E0-A615-67B5-822D-E20CDC832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1AD69-7D49-4317-8842-B8B31C2BD836}" type="datetimeFigureOut">
              <a:rPr lang="en-GB" smtClean="0"/>
              <a:t>14/12/2024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15901B-1510-4268-D81B-DB11D1F1F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1CD9C-6178-D1D4-5593-D057940BF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994CA-791B-4E10-B051-89A97643F6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6694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E4F777-DE15-7216-1131-A390EFC70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21759D-C984-FFEC-B78D-E8B4C6AEFE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688D1D-608E-ABC9-C09A-B3B50E4BA7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C1AD69-7D49-4317-8842-B8B31C2BD836}" type="datetimeFigureOut">
              <a:rPr lang="en-GB" smtClean="0"/>
              <a:t>14/12/2024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979AA2-8F95-7FBF-51D9-2845BAE022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B1C39E-438C-EA06-7419-D67AF7182F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0994CA-791B-4E10-B051-89A97643F6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1835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B10EAD-AF67-15AB-C1F2-11CA4F0006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185" y="68289"/>
            <a:ext cx="6797629" cy="6721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971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C8DEE5-24CD-2B27-4315-0AFCF6728BB1}"/>
              </a:ext>
            </a:extLst>
          </p:cNvPr>
          <p:cNvSpPr txBox="1"/>
          <p:nvPr/>
        </p:nvSpPr>
        <p:spPr>
          <a:xfrm>
            <a:off x="3047134" y="772311"/>
            <a:ext cx="6094268" cy="5313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---</a:t>
            </a:r>
          </a:p>
          <a:p>
            <a:pPr>
              <a:lnSpc>
                <a:spcPts val="1425"/>
              </a:lnSpc>
            </a:pPr>
            <a:r>
              <a:rPr lang="en-GB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employee1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GB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-name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GB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john</a:t>
            </a:r>
            <a:endParaRPr lang="en-GB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employee_id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GB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AC1232</a:t>
            </a:r>
            <a:endParaRPr lang="en-GB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Phone_numbers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: </a:t>
            </a:r>
          </a:p>
          <a:p>
            <a:pPr>
              <a:lnSpc>
                <a:spcPts val="1425"/>
              </a:lnSpc>
            </a:pP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- </a:t>
            </a:r>
            <a:r>
              <a:rPr lang="en-GB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3645735435</a:t>
            </a:r>
            <a:endParaRPr lang="en-GB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- </a:t>
            </a:r>
            <a:r>
              <a:rPr lang="en-GB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435345345</a:t>
            </a:r>
            <a:endParaRPr lang="en-GB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address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:</a:t>
            </a:r>
          </a:p>
          <a:p>
            <a:pPr>
              <a:lnSpc>
                <a:spcPts val="1425"/>
              </a:lnSpc>
            </a:pP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GB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house_number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GB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21343</a:t>
            </a:r>
            <a:endParaRPr lang="en-GB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GB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sector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GB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66</a:t>
            </a:r>
            <a:endParaRPr lang="en-GB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GB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pincode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GB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122012</a:t>
            </a:r>
            <a:endParaRPr lang="en-GB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GB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office_address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GB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2342</a:t>
            </a:r>
            <a:endParaRPr lang="en-GB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GB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locality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GB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palm </a:t>
            </a:r>
            <a:r>
              <a:rPr lang="en-GB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vihar</a:t>
            </a:r>
            <a:endParaRPr lang="en-GB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GB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pincode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GB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122001</a:t>
            </a:r>
            <a:endParaRPr lang="en-GB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b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GB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employee2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GB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-name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GB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whitney</a:t>
            </a:r>
            <a:endParaRPr lang="en-GB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employee_id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GB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AVX4353</a:t>
            </a:r>
            <a:endParaRPr lang="en-GB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Phone_numbers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: </a:t>
            </a:r>
          </a:p>
          <a:p>
            <a:pPr>
              <a:lnSpc>
                <a:spcPts val="1425"/>
              </a:lnSpc>
            </a:pP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- </a:t>
            </a:r>
            <a:r>
              <a:rPr lang="en-GB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3254632</a:t>
            </a:r>
            <a:endParaRPr lang="en-GB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- </a:t>
            </a:r>
            <a:r>
              <a:rPr lang="en-GB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3287452</a:t>
            </a:r>
            <a:endParaRPr lang="en-GB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address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:</a:t>
            </a:r>
          </a:p>
          <a:p>
            <a:pPr>
              <a:lnSpc>
                <a:spcPts val="1425"/>
              </a:lnSpc>
            </a:pP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GB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house_number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GB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34732</a:t>
            </a:r>
            <a:endParaRPr lang="en-GB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GB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street no.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GB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23</a:t>
            </a:r>
            <a:endParaRPr lang="en-GB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GB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pin_code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GB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123344</a:t>
            </a:r>
            <a:endParaRPr lang="en-GB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GB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office_address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GB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545</a:t>
            </a:r>
            <a:endParaRPr lang="en-GB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GB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locality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GB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sheesh </a:t>
            </a:r>
            <a:r>
              <a:rPr lang="en-GB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vihar</a:t>
            </a:r>
            <a:endParaRPr lang="en-GB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GB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pincode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GB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342423</a:t>
            </a:r>
            <a:endParaRPr lang="en-GB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45272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</Words>
  <Application>Microsoft Office PowerPoint</Application>
  <PresentationFormat>Widescreen</PresentationFormat>
  <Paragraphs>27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Consolas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Navin Kumar</dc:creator>
  <cp:lastModifiedBy>Navin Kumar</cp:lastModifiedBy>
  <cp:revision>1</cp:revision>
  <dcterms:created xsi:type="dcterms:W3CDTF">2024-12-14T10:36:55Z</dcterms:created>
  <dcterms:modified xsi:type="dcterms:W3CDTF">2024-12-14T10:37:20Z</dcterms:modified>
</cp:coreProperties>
</file>