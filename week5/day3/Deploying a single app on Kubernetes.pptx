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C4AF5A-A5BB-4B05-B9D9-489137B98A47}" v="24" dt="2025-01-04T11:18:27.8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in Kumar" userId="4040edb968256b89" providerId="LiveId" clId="{5BC4AF5A-A5BB-4B05-B9D9-489137B98A47}"/>
    <pc:docChg chg="undo custSel addSld modSld sldOrd">
      <pc:chgData name="Navin Kumar" userId="4040edb968256b89" providerId="LiveId" clId="{5BC4AF5A-A5BB-4B05-B9D9-489137B98A47}" dt="2025-01-04T11:33:09.605" v="223" actId="1076"/>
      <pc:docMkLst>
        <pc:docMk/>
      </pc:docMkLst>
      <pc:sldChg chg="addSp modSp new mod">
        <pc:chgData name="Navin Kumar" userId="4040edb968256b89" providerId="LiveId" clId="{5BC4AF5A-A5BB-4B05-B9D9-489137B98A47}" dt="2025-01-04T10:19:47.548" v="67" actId="1076"/>
        <pc:sldMkLst>
          <pc:docMk/>
          <pc:sldMk cId="2563620871" sldId="256"/>
        </pc:sldMkLst>
        <pc:spChg chg="add mod">
          <ac:chgData name="Navin Kumar" userId="4040edb968256b89" providerId="LiveId" clId="{5BC4AF5A-A5BB-4B05-B9D9-489137B98A47}" dt="2025-01-04T10:19:31.411" v="61" actId="1076"/>
          <ac:spMkLst>
            <pc:docMk/>
            <pc:sldMk cId="2563620871" sldId="256"/>
            <ac:spMk id="2" creationId="{0F0D4758-AE39-A8F0-70AA-DD673F4B0821}"/>
          </ac:spMkLst>
        </pc:spChg>
        <pc:spChg chg="add mod">
          <ac:chgData name="Navin Kumar" userId="4040edb968256b89" providerId="LiveId" clId="{5BC4AF5A-A5BB-4B05-B9D9-489137B98A47}" dt="2025-01-04T10:19:33.431" v="62" actId="1076"/>
          <ac:spMkLst>
            <pc:docMk/>
            <pc:sldMk cId="2563620871" sldId="256"/>
            <ac:spMk id="4" creationId="{3EDE671D-790A-BDDE-F0E7-5CB4AAC1EB2D}"/>
          </ac:spMkLst>
        </pc:spChg>
        <pc:spChg chg="add mod">
          <ac:chgData name="Navin Kumar" userId="4040edb968256b89" providerId="LiveId" clId="{5BC4AF5A-A5BB-4B05-B9D9-489137B98A47}" dt="2025-01-04T10:19:36.968" v="63" actId="1076"/>
          <ac:spMkLst>
            <pc:docMk/>
            <pc:sldMk cId="2563620871" sldId="256"/>
            <ac:spMk id="5" creationId="{E85A88B5-0F4B-E8EB-4769-50441FAEC8A6}"/>
          </ac:spMkLst>
        </pc:spChg>
        <pc:spChg chg="add mod">
          <ac:chgData name="Navin Kumar" userId="4040edb968256b89" providerId="LiveId" clId="{5BC4AF5A-A5BB-4B05-B9D9-489137B98A47}" dt="2025-01-04T10:19:39.503" v="64" actId="1076"/>
          <ac:spMkLst>
            <pc:docMk/>
            <pc:sldMk cId="2563620871" sldId="256"/>
            <ac:spMk id="9" creationId="{E31EE585-AA58-D6B8-88FC-300F3BC3C54A}"/>
          </ac:spMkLst>
        </pc:spChg>
        <pc:spChg chg="add mod">
          <ac:chgData name="Navin Kumar" userId="4040edb968256b89" providerId="LiveId" clId="{5BC4AF5A-A5BB-4B05-B9D9-489137B98A47}" dt="2025-01-04T10:19:45.629" v="66" actId="1076"/>
          <ac:spMkLst>
            <pc:docMk/>
            <pc:sldMk cId="2563620871" sldId="256"/>
            <ac:spMk id="11" creationId="{57C062D6-2AD9-F3ED-20D3-E0E7FC4E78E4}"/>
          </ac:spMkLst>
        </pc:spChg>
        <pc:picChg chg="add mod">
          <ac:chgData name="Navin Kumar" userId="4040edb968256b89" providerId="LiveId" clId="{5BC4AF5A-A5BB-4B05-B9D9-489137B98A47}" dt="2025-01-04T10:19:36.968" v="63" actId="1076"/>
          <ac:picMkLst>
            <pc:docMk/>
            <pc:sldMk cId="2563620871" sldId="256"/>
            <ac:picMk id="7" creationId="{4C89DF12-29BF-9228-F07A-AA49028CC4DB}"/>
          </ac:picMkLst>
        </pc:picChg>
        <pc:picChg chg="add mod">
          <ac:chgData name="Navin Kumar" userId="4040edb968256b89" providerId="LiveId" clId="{5BC4AF5A-A5BB-4B05-B9D9-489137B98A47}" dt="2025-01-04T10:19:47.548" v="67" actId="1076"/>
          <ac:picMkLst>
            <pc:docMk/>
            <pc:sldMk cId="2563620871" sldId="256"/>
            <ac:picMk id="13" creationId="{14E90CC2-B4CC-F55A-DF95-453D31CEBF15}"/>
          </ac:picMkLst>
        </pc:picChg>
      </pc:sldChg>
      <pc:sldChg chg="addSp modSp new mod">
        <pc:chgData name="Navin Kumar" userId="4040edb968256b89" providerId="LiveId" clId="{5BC4AF5A-A5BB-4B05-B9D9-489137B98A47}" dt="2025-01-04T10:22:08.139" v="74" actId="1076"/>
        <pc:sldMkLst>
          <pc:docMk/>
          <pc:sldMk cId="917263069" sldId="257"/>
        </pc:sldMkLst>
        <pc:spChg chg="add mod">
          <ac:chgData name="Navin Kumar" userId="4040edb968256b89" providerId="LiveId" clId="{5BC4AF5A-A5BB-4B05-B9D9-489137B98A47}" dt="2025-01-04T10:21:52.544" v="70" actId="1076"/>
          <ac:spMkLst>
            <pc:docMk/>
            <pc:sldMk cId="917263069" sldId="257"/>
            <ac:spMk id="2" creationId="{547EC178-0B53-3DAB-2ACA-3DEBF6A4D840}"/>
          </ac:spMkLst>
        </pc:spChg>
        <pc:spChg chg="add mod">
          <ac:chgData name="Navin Kumar" userId="4040edb968256b89" providerId="LiveId" clId="{5BC4AF5A-A5BB-4B05-B9D9-489137B98A47}" dt="2025-01-04T10:22:08.139" v="74" actId="1076"/>
          <ac:spMkLst>
            <pc:docMk/>
            <pc:sldMk cId="917263069" sldId="257"/>
            <ac:spMk id="3" creationId="{4F429976-A76E-4410-3F5D-3C3D9F3DD4FE}"/>
          </ac:spMkLst>
        </pc:spChg>
      </pc:sldChg>
      <pc:sldChg chg="addSp delSp modSp new mod">
        <pc:chgData name="Navin Kumar" userId="4040edb968256b89" providerId="LiveId" clId="{5BC4AF5A-A5BB-4B05-B9D9-489137B98A47}" dt="2025-01-04T10:50:39.916" v="123" actId="21"/>
        <pc:sldMkLst>
          <pc:docMk/>
          <pc:sldMk cId="1660708878" sldId="258"/>
        </pc:sldMkLst>
        <pc:spChg chg="add mod">
          <ac:chgData name="Navin Kumar" userId="4040edb968256b89" providerId="LiveId" clId="{5BC4AF5A-A5BB-4B05-B9D9-489137B98A47}" dt="2025-01-04T10:24:44.909" v="97" actId="20577"/>
          <ac:spMkLst>
            <pc:docMk/>
            <pc:sldMk cId="1660708878" sldId="258"/>
            <ac:spMk id="4" creationId="{B4178945-6173-FB45-A5F7-F82A9A7E983D}"/>
          </ac:spMkLst>
        </pc:spChg>
        <pc:spChg chg="add del">
          <ac:chgData name="Navin Kumar" userId="4040edb968256b89" providerId="LiveId" clId="{5BC4AF5A-A5BB-4B05-B9D9-489137B98A47}" dt="2025-01-04T10:27:10.470" v="101" actId="478"/>
          <ac:spMkLst>
            <pc:docMk/>
            <pc:sldMk cId="1660708878" sldId="258"/>
            <ac:spMk id="7" creationId="{91F5F571-A1F7-3B2A-2FF5-F140B5E5C213}"/>
          </ac:spMkLst>
        </pc:spChg>
        <pc:spChg chg="add del mod">
          <ac:chgData name="Navin Kumar" userId="4040edb968256b89" providerId="LiveId" clId="{5BC4AF5A-A5BB-4B05-B9D9-489137B98A47}" dt="2025-01-04T10:27:18.530" v="104" actId="478"/>
          <ac:spMkLst>
            <pc:docMk/>
            <pc:sldMk cId="1660708878" sldId="258"/>
            <ac:spMk id="8" creationId="{CC8C0AFC-D86D-36B4-86BD-553F95E218CD}"/>
          </ac:spMkLst>
        </pc:spChg>
        <pc:spChg chg="add del">
          <ac:chgData name="Navin Kumar" userId="4040edb968256b89" providerId="LiveId" clId="{5BC4AF5A-A5BB-4B05-B9D9-489137B98A47}" dt="2025-01-04T10:27:18.530" v="104" actId="478"/>
          <ac:spMkLst>
            <pc:docMk/>
            <pc:sldMk cId="1660708878" sldId="258"/>
            <ac:spMk id="9" creationId="{54A93557-436C-6F64-231C-6EEB74B69195}"/>
          </ac:spMkLst>
        </pc:spChg>
        <pc:spChg chg="add del mod">
          <ac:chgData name="Navin Kumar" userId="4040edb968256b89" providerId="LiveId" clId="{5BC4AF5A-A5BB-4B05-B9D9-489137B98A47}" dt="2025-01-04T10:27:35.864" v="107" actId="478"/>
          <ac:spMkLst>
            <pc:docMk/>
            <pc:sldMk cId="1660708878" sldId="258"/>
            <ac:spMk id="10" creationId="{07A19565-C2B3-95FC-231B-E640CD1D588D}"/>
          </ac:spMkLst>
        </pc:spChg>
        <pc:spChg chg="add del">
          <ac:chgData name="Navin Kumar" userId="4040edb968256b89" providerId="LiveId" clId="{5BC4AF5A-A5BB-4B05-B9D9-489137B98A47}" dt="2025-01-04T10:27:35.864" v="107" actId="478"/>
          <ac:spMkLst>
            <pc:docMk/>
            <pc:sldMk cId="1660708878" sldId="258"/>
            <ac:spMk id="11" creationId="{2622D0CA-3155-8DD4-3309-4315422B0FDF}"/>
          </ac:spMkLst>
        </pc:spChg>
        <pc:spChg chg="add mod">
          <ac:chgData name="Navin Kumar" userId="4040edb968256b89" providerId="LiveId" clId="{5BC4AF5A-A5BB-4B05-B9D9-489137B98A47}" dt="2025-01-04T10:27:54.640" v="111" actId="1076"/>
          <ac:spMkLst>
            <pc:docMk/>
            <pc:sldMk cId="1660708878" sldId="258"/>
            <ac:spMk id="12" creationId="{EA2725DF-8535-7309-BE40-DF56EB6861B3}"/>
          </ac:spMkLst>
        </pc:spChg>
        <pc:spChg chg="add del mod">
          <ac:chgData name="Navin Kumar" userId="4040edb968256b89" providerId="LiveId" clId="{5BC4AF5A-A5BB-4B05-B9D9-489137B98A47}" dt="2025-01-04T10:28:17.743" v="115" actId="478"/>
          <ac:spMkLst>
            <pc:docMk/>
            <pc:sldMk cId="1660708878" sldId="258"/>
            <ac:spMk id="14" creationId="{6B8F85E9-3DB7-49B6-3704-F991BF4940AC}"/>
          </ac:spMkLst>
        </pc:spChg>
        <pc:spChg chg="add del mod">
          <ac:chgData name="Navin Kumar" userId="4040edb968256b89" providerId="LiveId" clId="{5BC4AF5A-A5BB-4B05-B9D9-489137B98A47}" dt="2025-01-04T10:50:39.916" v="123" actId="21"/>
          <ac:spMkLst>
            <pc:docMk/>
            <pc:sldMk cId="1660708878" sldId="258"/>
            <ac:spMk id="16" creationId="{5993C076-10C7-9E58-FEFE-80B9413138E0}"/>
          </ac:spMkLst>
        </pc:spChg>
        <pc:picChg chg="add mod">
          <ac:chgData name="Navin Kumar" userId="4040edb968256b89" providerId="LiveId" clId="{5BC4AF5A-A5BB-4B05-B9D9-489137B98A47}" dt="2025-01-04T10:27:56.676" v="112" actId="1076"/>
          <ac:picMkLst>
            <pc:docMk/>
            <pc:sldMk cId="1660708878" sldId="258"/>
            <ac:picMk id="3" creationId="{0E7AAB52-2A0A-AD92-33EB-6BAFF879EC95}"/>
          </ac:picMkLst>
        </pc:picChg>
        <pc:picChg chg="add mod">
          <ac:chgData name="Navin Kumar" userId="4040edb968256b89" providerId="LiveId" clId="{5BC4AF5A-A5BB-4B05-B9D9-489137B98A47}" dt="2025-01-04T10:28:27.462" v="118" actId="1076"/>
          <ac:picMkLst>
            <pc:docMk/>
            <pc:sldMk cId="1660708878" sldId="258"/>
            <ac:picMk id="6" creationId="{40E7878F-E300-814C-8C94-3F267BB536F1}"/>
          </ac:picMkLst>
        </pc:picChg>
        <pc:picChg chg="add mod">
          <ac:chgData name="Navin Kumar" userId="4040edb968256b89" providerId="LiveId" clId="{5BC4AF5A-A5BB-4B05-B9D9-489137B98A47}" dt="2025-01-04T10:50:37.103" v="122" actId="1076"/>
          <ac:picMkLst>
            <pc:docMk/>
            <pc:sldMk cId="1660708878" sldId="258"/>
            <ac:picMk id="18" creationId="{52078E7E-5C5F-2C68-9881-06B7164D75A8}"/>
          </ac:picMkLst>
        </pc:picChg>
      </pc:sldChg>
      <pc:sldChg chg="addSp modSp new mod">
        <pc:chgData name="Navin Kumar" userId="4040edb968256b89" providerId="LiveId" clId="{5BC4AF5A-A5BB-4B05-B9D9-489137B98A47}" dt="2025-01-04T10:57:53.957" v="130" actId="1076"/>
        <pc:sldMkLst>
          <pc:docMk/>
          <pc:sldMk cId="170544533" sldId="259"/>
        </pc:sldMkLst>
        <pc:spChg chg="add mod">
          <ac:chgData name="Navin Kumar" userId="4040edb968256b89" providerId="LiveId" clId="{5BC4AF5A-A5BB-4B05-B9D9-489137B98A47}" dt="2025-01-04T10:50:47.151" v="126" actId="1076"/>
          <ac:spMkLst>
            <pc:docMk/>
            <pc:sldMk cId="170544533" sldId="259"/>
            <ac:spMk id="16" creationId="{5993C076-10C7-9E58-FEFE-80B9413138E0}"/>
          </ac:spMkLst>
        </pc:spChg>
        <pc:picChg chg="add mod">
          <ac:chgData name="Navin Kumar" userId="4040edb968256b89" providerId="LiveId" clId="{5BC4AF5A-A5BB-4B05-B9D9-489137B98A47}" dt="2025-01-04T10:57:22.749" v="128" actId="1076"/>
          <ac:picMkLst>
            <pc:docMk/>
            <pc:sldMk cId="170544533" sldId="259"/>
            <ac:picMk id="3" creationId="{255BEEBA-20A1-DE1B-FB12-ECD03253C726}"/>
          </ac:picMkLst>
        </pc:picChg>
        <pc:picChg chg="add mod">
          <ac:chgData name="Navin Kumar" userId="4040edb968256b89" providerId="LiveId" clId="{5BC4AF5A-A5BB-4B05-B9D9-489137B98A47}" dt="2025-01-04T10:57:53.957" v="130" actId="1076"/>
          <ac:picMkLst>
            <pc:docMk/>
            <pc:sldMk cId="170544533" sldId="259"/>
            <ac:picMk id="5" creationId="{EF4E352C-40BD-3A6A-79A8-55BD3CC737A1}"/>
          </ac:picMkLst>
        </pc:picChg>
      </pc:sldChg>
      <pc:sldChg chg="addSp modSp new mod ord">
        <pc:chgData name="Navin Kumar" userId="4040edb968256b89" providerId="LiveId" clId="{5BC4AF5A-A5BB-4B05-B9D9-489137B98A47}" dt="2025-01-04T10:58:45.709" v="162" actId="20577"/>
        <pc:sldMkLst>
          <pc:docMk/>
          <pc:sldMk cId="1519143381" sldId="260"/>
        </pc:sldMkLst>
        <pc:spChg chg="add">
          <ac:chgData name="Navin Kumar" userId="4040edb968256b89" providerId="LiveId" clId="{5BC4AF5A-A5BB-4B05-B9D9-489137B98A47}" dt="2025-01-04T10:58:36.753" v="136" actId="22"/>
          <ac:spMkLst>
            <pc:docMk/>
            <pc:sldMk cId="1519143381" sldId="260"/>
            <ac:spMk id="3" creationId="{C26D100E-5300-DD90-6D28-12E8CFE89D5B}"/>
          </ac:spMkLst>
        </pc:spChg>
        <pc:spChg chg="add mod">
          <ac:chgData name="Navin Kumar" userId="4040edb968256b89" providerId="LiveId" clId="{5BC4AF5A-A5BB-4B05-B9D9-489137B98A47}" dt="2025-01-04T10:58:45.709" v="162" actId="20577"/>
          <ac:spMkLst>
            <pc:docMk/>
            <pc:sldMk cId="1519143381" sldId="260"/>
            <ac:spMk id="4" creationId="{A340E9DD-C73D-F678-8481-156A2845F074}"/>
          </ac:spMkLst>
        </pc:spChg>
      </pc:sldChg>
      <pc:sldChg chg="addSp modSp new mod">
        <pc:chgData name="Navin Kumar" userId="4040edb968256b89" providerId="LiveId" clId="{5BC4AF5A-A5BB-4B05-B9D9-489137B98A47}" dt="2025-01-04T11:14:37.039" v="167" actId="1076"/>
        <pc:sldMkLst>
          <pc:docMk/>
          <pc:sldMk cId="1355911547" sldId="261"/>
        </pc:sldMkLst>
        <pc:picChg chg="add mod">
          <ac:chgData name="Navin Kumar" userId="4040edb968256b89" providerId="LiveId" clId="{5BC4AF5A-A5BB-4B05-B9D9-489137B98A47}" dt="2025-01-04T11:14:16.789" v="165" actId="1076"/>
          <ac:picMkLst>
            <pc:docMk/>
            <pc:sldMk cId="1355911547" sldId="261"/>
            <ac:picMk id="3" creationId="{1246E173-9C36-A480-619B-DD406A7E104B}"/>
          </ac:picMkLst>
        </pc:picChg>
        <pc:picChg chg="add mod">
          <ac:chgData name="Navin Kumar" userId="4040edb968256b89" providerId="LiveId" clId="{5BC4AF5A-A5BB-4B05-B9D9-489137B98A47}" dt="2025-01-04T11:14:37.039" v="167" actId="1076"/>
          <ac:picMkLst>
            <pc:docMk/>
            <pc:sldMk cId="1355911547" sldId="261"/>
            <ac:picMk id="5" creationId="{A8AD53BA-E135-4CB8-5BFC-1631DC49C8CD}"/>
          </ac:picMkLst>
        </pc:picChg>
      </pc:sldChg>
      <pc:sldChg chg="addSp modSp new mod">
        <pc:chgData name="Navin Kumar" userId="4040edb968256b89" providerId="LiveId" clId="{5BC4AF5A-A5BB-4B05-B9D9-489137B98A47}" dt="2025-01-04T11:17:56.221" v="199" actId="1076"/>
        <pc:sldMkLst>
          <pc:docMk/>
          <pc:sldMk cId="1311152527" sldId="262"/>
        </pc:sldMkLst>
        <pc:spChg chg="add mod">
          <ac:chgData name="Navin Kumar" userId="4040edb968256b89" providerId="LiveId" clId="{5BC4AF5A-A5BB-4B05-B9D9-489137B98A47}" dt="2025-01-04T11:17:11.452" v="171" actId="1076"/>
          <ac:spMkLst>
            <pc:docMk/>
            <pc:sldMk cId="1311152527" sldId="262"/>
            <ac:spMk id="5" creationId="{E881516F-465A-A016-B8A7-701B30DF1E1A}"/>
          </ac:spMkLst>
        </pc:spChg>
        <pc:spChg chg="add mod">
          <ac:chgData name="Navin Kumar" userId="4040edb968256b89" providerId="LiveId" clId="{5BC4AF5A-A5BB-4B05-B9D9-489137B98A47}" dt="2025-01-04T11:17:32.669" v="177" actId="1076"/>
          <ac:spMkLst>
            <pc:docMk/>
            <pc:sldMk cId="1311152527" sldId="262"/>
            <ac:spMk id="7" creationId="{29D91279-988C-E811-529E-755BD7A8573C}"/>
          </ac:spMkLst>
        </pc:spChg>
        <pc:spChg chg="add mod">
          <ac:chgData name="Navin Kumar" userId="4040edb968256b89" providerId="LiveId" clId="{5BC4AF5A-A5BB-4B05-B9D9-489137B98A47}" dt="2025-01-04T11:17:56.221" v="199" actId="1076"/>
          <ac:spMkLst>
            <pc:docMk/>
            <pc:sldMk cId="1311152527" sldId="262"/>
            <ac:spMk id="8" creationId="{5E78FEAC-40EA-7D98-0970-9CC6AD55806E}"/>
          </ac:spMkLst>
        </pc:spChg>
        <pc:picChg chg="add mod">
          <ac:chgData name="Navin Kumar" userId="4040edb968256b89" providerId="LiveId" clId="{5BC4AF5A-A5BB-4B05-B9D9-489137B98A47}" dt="2025-01-04T11:17:13.501" v="172" actId="1076"/>
          <ac:picMkLst>
            <pc:docMk/>
            <pc:sldMk cId="1311152527" sldId="262"/>
            <ac:picMk id="3" creationId="{7CA73268-339F-CC8A-C983-1973AD58A5F1}"/>
          </ac:picMkLst>
        </pc:picChg>
      </pc:sldChg>
      <pc:sldChg chg="addSp modSp new mod">
        <pc:chgData name="Navin Kumar" userId="4040edb968256b89" providerId="LiveId" clId="{5BC4AF5A-A5BB-4B05-B9D9-489137B98A47}" dt="2025-01-04T11:33:09.605" v="223" actId="1076"/>
        <pc:sldMkLst>
          <pc:docMk/>
          <pc:sldMk cId="1164120863" sldId="263"/>
        </pc:sldMkLst>
        <pc:spChg chg="add mod">
          <ac:chgData name="Navin Kumar" userId="4040edb968256b89" providerId="LiveId" clId="{5BC4AF5A-A5BB-4B05-B9D9-489137B98A47}" dt="2025-01-04T11:33:09.605" v="223" actId="1076"/>
          <ac:spMkLst>
            <pc:docMk/>
            <pc:sldMk cId="1164120863" sldId="263"/>
            <ac:spMk id="2" creationId="{6A003309-1F18-8B1F-C87A-8068CB025253}"/>
          </ac:spMkLst>
        </pc:spChg>
        <pc:spChg chg="add mod">
          <ac:chgData name="Navin Kumar" userId="4040edb968256b89" providerId="LiveId" clId="{5BC4AF5A-A5BB-4B05-B9D9-489137B98A47}" dt="2025-01-04T11:18:40.435" v="220" actId="1076"/>
          <ac:spMkLst>
            <pc:docMk/>
            <pc:sldMk cId="1164120863" sldId="263"/>
            <ac:spMk id="3" creationId="{1EEA740D-137D-855A-A3A5-A1EFE37BD3C1}"/>
          </ac:spMkLst>
        </pc:spChg>
        <pc:picChg chg="add mod">
          <ac:chgData name="Navin Kumar" userId="4040edb968256b89" providerId="LiveId" clId="{5BC4AF5A-A5BB-4B05-B9D9-489137B98A47}" dt="2025-01-04T11:21:53.220" v="222" actId="1076"/>
          <ac:picMkLst>
            <pc:docMk/>
            <pc:sldMk cId="1164120863" sldId="263"/>
            <ac:picMk id="5" creationId="{48D46F07-BF36-0604-29D8-891394D01E3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F53C1-443B-400B-474C-A11314443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6E7ED7-8324-FEB7-C89E-7625FE3EAE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76B69B-176B-9614-0EAE-4FBF1B5FB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63AFA-3BD3-4459-A1DC-C9BFB6FF2B39}" type="datetimeFigureOut">
              <a:rPr lang="en-GB" smtClean="0"/>
              <a:t>04/01/2025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18168-EB64-1A65-B12B-9B54393C9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ACEA6-AF02-82E6-F727-823918D8F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DB96B-18D9-4CE7-A84B-6AC6C82251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146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879DF-46D1-EC21-5663-CAD11429E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0DDC6-44B0-5FFE-0EA1-26982A5E5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69BC1-4159-ADD0-AE09-A5AA8E6B7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63AFA-3BD3-4459-A1DC-C9BFB6FF2B39}" type="datetimeFigureOut">
              <a:rPr lang="en-GB" smtClean="0"/>
              <a:t>04/01/2025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3B9D5-F089-24FA-4F10-CD25691C7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AE177-853B-3E34-5D5E-9D31DAD27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DB96B-18D9-4CE7-A84B-6AC6C82251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0494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F5A70-8CF5-588D-1B52-FA94D23D8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DD1B9D-A39A-7DCA-5C65-03845894C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1B6BC-8DD3-8114-869C-9D91BC1D8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63AFA-3BD3-4459-A1DC-C9BFB6FF2B39}" type="datetimeFigureOut">
              <a:rPr lang="en-GB" smtClean="0"/>
              <a:t>04/01/2025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AFEBA-0AD8-D40F-4A80-3E424C808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B4207-2C2E-FBE7-0C9B-DEDA039A5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DB96B-18D9-4CE7-A84B-6AC6C82251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2124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2688E-72B1-1E15-2D6A-2FF2F8D4C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3C9B0-C2E6-8868-1932-C1738AC028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50C840-CF9D-998F-1211-35A91A208B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B607F8-BFBE-B8A9-E2F4-8EB308991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63AFA-3BD3-4459-A1DC-C9BFB6FF2B39}" type="datetimeFigureOut">
              <a:rPr lang="en-GB" smtClean="0"/>
              <a:t>04/01/2025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A111B3-5B7C-FD60-C898-82306F094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4F4CE9-1FE0-811B-71CE-0372CC08E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DB96B-18D9-4CE7-A84B-6AC6C82251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4159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E369C-1291-8205-E33B-BDF6A5E3C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374B2-A103-F0D0-834C-61F420608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30E1D1-9574-99C5-E64A-C6F40E370D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38E91-A1C2-1334-3985-B3E4100C64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EF9DA7-E0FA-2436-F3F0-5FDB907A3E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050807-75F8-2AAE-F9CE-F2B83B9BB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63AFA-3BD3-4459-A1DC-C9BFB6FF2B39}" type="datetimeFigureOut">
              <a:rPr lang="en-GB" smtClean="0"/>
              <a:t>04/01/2025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BD333A-C65C-CAAD-37CF-1331ECD9B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E9FFE2-C5C2-6C6D-3D9C-DEC147BF8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DB96B-18D9-4CE7-A84B-6AC6C82251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6867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29053-DD3A-9E64-1A7A-3744ED512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6133A0-B34D-9AAC-2558-B7DC93D67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63AFA-3BD3-4459-A1DC-C9BFB6FF2B39}" type="datetimeFigureOut">
              <a:rPr lang="en-GB" smtClean="0"/>
              <a:t>04/01/2025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A5745E-FAD7-1AF6-67BC-7A8A9D403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5C79BF-3A4C-8B03-1C4B-079063489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DB96B-18D9-4CE7-A84B-6AC6C82251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7941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A7FAB5-C14B-A701-8495-9CFD8A9C8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63AFA-3BD3-4459-A1DC-C9BFB6FF2B39}" type="datetimeFigureOut">
              <a:rPr lang="en-GB" smtClean="0"/>
              <a:t>04/01/2025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B4BFDD-309F-923E-DDAC-6A3D99868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C8639-BA64-94DE-C511-CD3E9D824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DB96B-18D9-4CE7-A84B-6AC6C82251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7830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7D73C-07FA-CFCF-9493-4EC79B2CB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BD172-8F0D-7722-5E05-F9B3DBBD6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86EB3F-2940-329C-431C-12EC3995CB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7831A3-4E3C-1C70-B8EA-1E57E12CF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63AFA-3BD3-4459-A1DC-C9BFB6FF2B39}" type="datetimeFigureOut">
              <a:rPr lang="en-GB" smtClean="0"/>
              <a:t>04/01/2025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B7FCB4-2560-5E34-DF21-E6FD3E4E1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6695E-4143-704F-0E54-526C3E5D1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DB96B-18D9-4CE7-A84B-6AC6C82251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6901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BA0E0-4B0C-BAC4-5B8E-4798E40F9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48605B-C582-5C80-62D1-7C744FACAC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0E0FD8-83BD-B4DA-0FF0-9DF9F53F53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D5BC56-2A03-6E33-240E-71908612E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63AFA-3BD3-4459-A1DC-C9BFB6FF2B39}" type="datetimeFigureOut">
              <a:rPr lang="en-GB" smtClean="0"/>
              <a:t>04/01/2025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99256A-4E35-B32E-3C62-CF5E9A4A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FE88EB-A609-9611-F613-036E7F22A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DB96B-18D9-4CE7-A84B-6AC6C82251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1681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3FE8C-50DF-00B4-3D54-EBB2EDF1B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73581F-E9ED-77E2-741D-70D0557DF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8559E-5053-BE39-C433-70404F9F3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63AFA-3BD3-4459-A1DC-C9BFB6FF2B39}" type="datetimeFigureOut">
              <a:rPr lang="en-GB" smtClean="0"/>
              <a:t>04/01/2025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7EF4E-8724-C7CD-9060-DE77F36A7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86020-BEA8-F16E-2C92-E020ACF0F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DB96B-18D9-4CE7-A84B-6AC6C82251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1615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6D04EE-E9CA-EDB8-EBD7-12C834A15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DA4CA1-D5C4-D070-758C-15ECD3E7DA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A0D76-9E3D-02F2-3388-F0A35717E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63AFA-3BD3-4459-A1DC-C9BFB6FF2B39}" type="datetimeFigureOut">
              <a:rPr lang="en-GB" smtClean="0"/>
              <a:t>04/01/2025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683C8-3DB4-0318-8F45-073109C7A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76F28-8426-E4B4-8B16-6C428BC12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DB96B-18D9-4CE7-A84B-6AC6C82251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2533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E8757B-80C1-6B37-E495-E1CB5B4DF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654D0-9CE6-6ADF-0FA6-BE51EFC03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4B0F8-B51F-6705-56D9-06FCBDEBBD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963AFA-3BD3-4459-A1DC-C9BFB6FF2B39}" type="datetimeFigureOut">
              <a:rPr lang="en-GB" smtClean="0"/>
              <a:t>04/01/2025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FD30F-3976-4CA3-8652-10022FF901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44ED4-3200-806A-28FF-2A987CB46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6DB96B-18D9-4CE7-A84B-6AC6C82251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1011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ironhack-labs/sample-java-springboot-app.git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0D4758-AE39-A8F0-70AA-DD673F4B0821}"/>
              </a:ext>
            </a:extLst>
          </p:cNvPr>
          <p:cNvSpPr txBox="1"/>
          <p:nvPr/>
        </p:nvSpPr>
        <p:spPr>
          <a:xfrm>
            <a:off x="3185652" y="275442"/>
            <a:ext cx="470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Deploying a single app on Kubernetes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DE671D-790A-BDDE-F0E7-5CB4AAC1EB2D}"/>
              </a:ext>
            </a:extLst>
          </p:cNvPr>
          <p:cNvSpPr txBox="1"/>
          <p:nvPr/>
        </p:nvSpPr>
        <p:spPr>
          <a:xfrm>
            <a:off x="1272799" y="927688"/>
            <a:ext cx="6096000" cy="1029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dirty="0">
                <a:solidFill>
                  <a:srgbClr val="000000"/>
                </a:solidFill>
                <a:effectLst/>
              </a:rPr>
              <a:t>TASK 1</a:t>
            </a:r>
          </a:p>
          <a:p>
            <a:pPr algn="l">
              <a:lnSpc>
                <a:spcPts val="1680"/>
              </a:lnSpc>
            </a:pPr>
            <a:r>
              <a:rPr lang="en-GB" b="0" i="0" dirty="0">
                <a:solidFill>
                  <a:srgbClr val="000000"/>
                </a:solidFill>
                <a:effectLst/>
                <a:latin typeface="Inter"/>
              </a:rPr>
              <a:t>In this task, we will run the containerized Java application on a Kubernetes cluster.</a:t>
            </a:r>
          </a:p>
          <a:p>
            <a:pPr algn="l">
              <a:lnSpc>
                <a:spcPts val="1680"/>
              </a:lnSpc>
            </a:pPr>
            <a:r>
              <a:rPr lang="en-GB" b="1" i="0" dirty="0">
                <a:solidFill>
                  <a:srgbClr val="008BBB"/>
                </a:solidFill>
                <a:effectLst/>
                <a:latin typeface="Inter"/>
                <a:hlinkClick r:id="rId2"/>
              </a:rPr>
              <a:t>Sample Application</a:t>
            </a:r>
            <a:endParaRPr lang="en-GB" b="0" i="0" dirty="0">
              <a:solidFill>
                <a:srgbClr val="000000"/>
              </a:solidFill>
              <a:effectLst/>
              <a:latin typeface="Inte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5A88B5-0F4B-E8EB-4769-50441FAEC8A6}"/>
              </a:ext>
            </a:extLst>
          </p:cNvPr>
          <p:cNvSpPr txBox="1"/>
          <p:nvPr/>
        </p:nvSpPr>
        <p:spPr>
          <a:xfrm>
            <a:off x="1326876" y="2043437"/>
            <a:ext cx="3578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Clone the folder as mentioned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89DF12-29BF-9228-F07A-AA49028CC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823" y="2509160"/>
            <a:ext cx="2949196" cy="15850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31EE585-AA58-D6B8-88FC-300F3BC3C54A}"/>
              </a:ext>
            </a:extLst>
          </p:cNvPr>
          <p:cNvSpPr txBox="1"/>
          <p:nvPr/>
        </p:nvSpPr>
        <p:spPr>
          <a:xfrm>
            <a:off x="1272799" y="418496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Inter"/>
              </a:rPr>
              <a:t>To run this application, you can execute the below command: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C062D6-2AD9-F3ED-20D3-E0E7FC4E78E4}"/>
              </a:ext>
            </a:extLst>
          </p:cNvPr>
          <p:cNvSpPr txBox="1"/>
          <p:nvPr/>
        </p:nvSpPr>
        <p:spPr>
          <a:xfrm>
            <a:off x="1455655" y="464027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./</a:t>
            </a:r>
            <a:r>
              <a:rPr lang="en-GB" dirty="0" err="1"/>
              <a:t>mvnw</a:t>
            </a:r>
            <a:r>
              <a:rPr lang="en-GB" dirty="0"/>
              <a:t> </a:t>
            </a:r>
            <a:r>
              <a:rPr lang="en-GB" dirty="0" err="1"/>
              <a:t>spring-boot:run</a:t>
            </a:r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E90CC2-B4CC-F55A-DF95-453D31CEBF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784" y="5081521"/>
            <a:ext cx="9434378" cy="156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620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7EC178-0B53-3DAB-2ACA-3DEBF6A4D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942" y="422165"/>
            <a:ext cx="6469626" cy="73866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"/>
              </a:rPr>
              <a:t>Create a new file called 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</a:rPr>
              <a:t>Dockerfile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ter"/>
              </a:rPr>
              <a:t> in the root directory and add the code below:</a:t>
            </a:r>
            <a:endParaRPr kumimoji="0" lang="en-US" altLang="en-US" sz="7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Inte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429976-A76E-4410-3F5D-3C3D9F3DD4FE}"/>
              </a:ext>
            </a:extLst>
          </p:cNvPr>
          <p:cNvSpPr txBox="1"/>
          <p:nvPr/>
        </p:nvSpPr>
        <p:spPr>
          <a:xfrm>
            <a:off x="1101213" y="1877962"/>
            <a:ext cx="631231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FROM openjdk:17-jdk-alpine</a:t>
            </a:r>
          </a:p>
          <a:p>
            <a:r>
              <a:rPr lang="en-GB" dirty="0"/>
              <a:t> </a:t>
            </a:r>
          </a:p>
          <a:p>
            <a:r>
              <a:rPr lang="en-GB" dirty="0"/>
              <a:t>WORKDIR /app</a:t>
            </a:r>
          </a:p>
          <a:p>
            <a:endParaRPr lang="en-GB" dirty="0"/>
          </a:p>
          <a:p>
            <a:r>
              <a:rPr lang="en-GB" dirty="0"/>
              <a:t>EXPOSE 8080</a:t>
            </a:r>
          </a:p>
          <a:p>
            <a:r>
              <a:rPr lang="en-GB" dirty="0"/>
              <a:t> </a:t>
            </a:r>
          </a:p>
          <a:p>
            <a:r>
              <a:rPr lang="en-GB" dirty="0"/>
              <a:t>COPY .</a:t>
            </a:r>
            <a:r>
              <a:rPr lang="en-GB" dirty="0" err="1"/>
              <a:t>mvn</a:t>
            </a:r>
            <a:r>
              <a:rPr lang="en-GB" dirty="0"/>
              <a:t>/ .</a:t>
            </a:r>
            <a:r>
              <a:rPr lang="en-GB" dirty="0" err="1"/>
              <a:t>mvn</a:t>
            </a:r>
            <a:endParaRPr lang="en-GB" dirty="0"/>
          </a:p>
          <a:p>
            <a:r>
              <a:rPr lang="en-GB" dirty="0"/>
              <a:t>COPY </a:t>
            </a:r>
            <a:r>
              <a:rPr lang="en-GB" dirty="0" err="1"/>
              <a:t>mvnw</a:t>
            </a:r>
            <a:r>
              <a:rPr lang="en-GB" dirty="0"/>
              <a:t> pom.xml ./</a:t>
            </a:r>
          </a:p>
          <a:p>
            <a:r>
              <a:rPr lang="en-GB" dirty="0"/>
              <a:t>RUN ./</a:t>
            </a:r>
            <a:r>
              <a:rPr lang="en-GB" dirty="0" err="1"/>
              <a:t>mvnw</a:t>
            </a:r>
            <a:r>
              <a:rPr lang="en-GB" dirty="0"/>
              <a:t> </a:t>
            </a:r>
            <a:r>
              <a:rPr lang="en-GB" dirty="0" err="1"/>
              <a:t>dependency:go-offline</a:t>
            </a:r>
            <a:endParaRPr lang="en-GB" dirty="0"/>
          </a:p>
          <a:p>
            <a:r>
              <a:rPr lang="en-GB" dirty="0"/>
              <a:t> </a:t>
            </a:r>
          </a:p>
          <a:p>
            <a:r>
              <a:rPr lang="en-GB" dirty="0"/>
              <a:t>COPY </a:t>
            </a:r>
            <a:r>
              <a:rPr lang="en-GB" dirty="0" err="1"/>
              <a:t>src</a:t>
            </a:r>
            <a:r>
              <a:rPr lang="en-GB" dirty="0"/>
              <a:t> ./</a:t>
            </a:r>
            <a:r>
              <a:rPr lang="en-GB" dirty="0" err="1"/>
              <a:t>src</a:t>
            </a:r>
            <a:endParaRPr lang="en-GB" dirty="0"/>
          </a:p>
          <a:p>
            <a:r>
              <a:rPr lang="en-GB" dirty="0"/>
              <a:t> </a:t>
            </a:r>
          </a:p>
          <a:p>
            <a:r>
              <a:rPr lang="en-GB" dirty="0"/>
              <a:t>CMD ["./</a:t>
            </a:r>
            <a:r>
              <a:rPr lang="en-GB" dirty="0" err="1"/>
              <a:t>mvnw</a:t>
            </a:r>
            <a:r>
              <a:rPr lang="en-GB" dirty="0"/>
              <a:t>", "</a:t>
            </a:r>
            <a:r>
              <a:rPr lang="en-GB" dirty="0" err="1"/>
              <a:t>spring-boot:run</a:t>
            </a:r>
            <a:r>
              <a:rPr lang="en-GB" dirty="0"/>
              <a:t>"]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7263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6D100E-5300-DD90-6D28-12E8CFE89D5B}"/>
              </a:ext>
            </a:extLst>
          </p:cNvPr>
          <p:cNvSpPr txBox="1"/>
          <p:nvPr/>
        </p:nvSpPr>
        <p:spPr>
          <a:xfrm>
            <a:off x="3048000" y="2121292"/>
            <a:ext cx="6096000" cy="2620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GB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openjdk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GB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17-jdk-alpine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WORKDIR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/app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mvn</a:t>
            </a:r>
            <a:r>
              <a:rPr lang="en-GB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mvn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mvnw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pom.xml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./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dos2unix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mvnw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chmod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+x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mvnw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sh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./</a:t>
            </a:r>
            <a:r>
              <a:rPr lang="en-GB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mvnw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dependency:go-offline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./</a:t>
            </a:r>
            <a:r>
              <a:rPr lang="en-GB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src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EXPOSE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8080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GB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CMD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GB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sh</a:t>
            </a:r>
            <a:r>
              <a:rPr lang="en-GB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"./</a:t>
            </a:r>
            <a:r>
              <a:rPr lang="en-GB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mvnw</a:t>
            </a:r>
            <a:r>
              <a:rPr lang="en-GB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spring-boot:run</a:t>
            </a:r>
            <a:r>
              <a:rPr lang="en-GB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endParaRPr lang="en-GB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40E9DD-C73D-F678-8481-156A2845F074}"/>
              </a:ext>
            </a:extLst>
          </p:cNvPr>
          <p:cNvSpPr txBox="1"/>
          <p:nvPr/>
        </p:nvSpPr>
        <p:spPr>
          <a:xfrm>
            <a:off x="1022555" y="766916"/>
            <a:ext cx="284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Modified docker file</a:t>
            </a:r>
          </a:p>
        </p:txBody>
      </p:sp>
    </p:spTree>
    <p:extLst>
      <p:ext uri="{BB962C8B-B14F-4D97-AF65-F5344CB8AC3E}">
        <p14:creationId xmlns:p14="http://schemas.microsoft.com/office/powerpoint/2010/main" val="1519143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7AAB52-2A0A-AD92-33EB-6BAFF879E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832" y="1410642"/>
            <a:ext cx="8618967" cy="9297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178945-6173-FB45-A5F7-F82A9A7E983D}"/>
              </a:ext>
            </a:extLst>
          </p:cNvPr>
          <p:cNvSpPr txBox="1"/>
          <p:nvPr/>
        </p:nvSpPr>
        <p:spPr>
          <a:xfrm>
            <a:off x="717755" y="835742"/>
            <a:ext cx="1740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Docker login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E7878F-E300-814C-8C94-3F267BB53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06" y="3331685"/>
            <a:ext cx="10943268" cy="784928"/>
          </a:xfrm>
          <a:prstGeom prst="rect">
            <a:avLst/>
          </a:prstGeom>
        </p:spPr>
      </p:pic>
      <p:sp>
        <p:nvSpPr>
          <p:cNvPr id="12" name="Rectangle 4">
            <a:extLst>
              <a:ext uri="{FF2B5EF4-FFF2-40B4-BE49-F238E27FC236}">
                <a16:creationId xmlns:a16="http://schemas.microsoft.com/office/drawing/2014/main" id="{EA2725DF-8535-7309-BE40-DF56EB686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006" y="2846888"/>
            <a:ext cx="9783097" cy="18466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Inter"/>
              </a:rPr>
              <a:t>Create the docker image using 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FMono-Regular"/>
              </a:rPr>
              <a:t>docker build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Inter"/>
              </a:rPr>
              <a:t> command.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2078E7E-5C5F-2C68-9881-06B7164D75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97" y="4507404"/>
            <a:ext cx="8588484" cy="163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708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993C076-10C7-9E58-FEFE-80B9413138E0}"/>
              </a:ext>
            </a:extLst>
          </p:cNvPr>
          <p:cNvSpPr txBox="1"/>
          <p:nvPr/>
        </p:nvSpPr>
        <p:spPr>
          <a:xfrm>
            <a:off x="813123" y="60005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Inter"/>
              </a:rPr>
              <a:t>Push the image to </a:t>
            </a:r>
            <a:r>
              <a:rPr lang="en-GB" b="0" i="0" dirty="0" err="1">
                <a:solidFill>
                  <a:srgbClr val="000000"/>
                </a:solidFill>
                <a:effectLst/>
                <a:latin typeface="Inter"/>
              </a:rPr>
              <a:t>DockerHub</a:t>
            </a:r>
            <a:r>
              <a:rPr lang="en-GB" b="0" i="0" dirty="0">
                <a:solidFill>
                  <a:srgbClr val="000000"/>
                </a:solidFill>
                <a:effectLst/>
                <a:latin typeface="Inter"/>
              </a:rPr>
              <a:t> registry.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5BEEBA-20A1-DE1B-FB12-ECD03253C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97" y="1219008"/>
            <a:ext cx="10425063" cy="22099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4E352C-40BD-3A6A-79A8-55BD3CC73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969" y="4032712"/>
            <a:ext cx="11088061" cy="222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44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46E173-9C36-A480-619B-DD406A7E1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324" y="3306950"/>
            <a:ext cx="9190516" cy="11126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AD53BA-E135-4CB8-5BFC-1631DC49C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324" y="1482045"/>
            <a:ext cx="9274344" cy="102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911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A73268-339F-CC8A-C983-1973AD58A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38" y="1017939"/>
            <a:ext cx="10287892" cy="15774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81516F-465A-A016-B8A7-701B30DF1E1A}"/>
              </a:ext>
            </a:extLst>
          </p:cNvPr>
          <p:cNvSpPr txBox="1"/>
          <p:nvPr/>
        </p:nvSpPr>
        <p:spPr>
          <a:xfrm>
            <a:off x="1022556" y="3438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 startAt="2"/>
            </a:pPr>
            <a:r>
              <a:rPr lang="en-GB" b="0" i="0" dirty="0">
                <a:solidFill>
                  <a:srgbClr val="000000"/>
                </a:solidFill>
                <a:effectLst/>
                <a:latin typeface="Inter"/>
              </a:rPr>
              <a:t>Verify the Pods are running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D91279-988C-E811-529E-755BD7A8573C}"/>
              </a:ext>
            </a:extLst>
          </p:cNvPr>
          <p:cNvSpPr txBox="1"/>
          <p:nvPr/>
        </p:nvSpPr>
        <p:spPr>
          <a:xfrm>
            <a:off x="6194323" y="2900205"/>
            <a:ext cx="327414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 err="1"/>
              <a:t>apiVersion</a:t>
            </a:r>
            <a:r>
              <a:rPr lang="en-GB" sz="1000" dirty="0"/>
              <a:t>: apps/v1</a:t>
            </a:r>
          </a:p>
          <a:p>
            <a:r>
              <a:rPr lang="en-GB" sz="1000" dirty="0"/>
              <a:t>kind: Deployment</a:t>
            </a:r>
          </a:p>
          <a:p>
            <a:r>
              <a:rPr lang="en-GB" sz="1000" dirty="0"/>
              <a:t>metadata:</a:t>
            </a:r>
          </a:p>
          <a:p>
            <a:r>
              <a:rPr lang="en-GB" sz="1000" dirty="0"/>
              <a:t>  name: sample-java-app-deploy</a:t>
            </a:r>
          </a:p>
          <a:p>
            <a:r>
              <a:rPr lang="en-GB" sz="1000" dirty="0"/>
              <a:t>  labels:</a:t>
            </a:r>
          </a:p>
          <a:p>
            <a:r>
              <a:rPr lang="en-GB" sz="1000" dirty="0"/>
              <a:t>    app: sample-java-app</a:t>
            </a:r>
          </a:p>
          <a:p>
            <a:r>
              <a:rPr lang="en-GB" sz="1000" dirty="0"/>
              <a:t>spec:</a:t>
            </a:r>
          </a:p>
          <a:p>
            <a:r>
              <a:rPr lang="en-GB" sz="1000" dirty="0"/>
              <a:t>  replicas: 3</a:t>
            </a:r>
          </a:p>
          <a:p>
            <a:r>
              <a:rPr lang="en-GB" sz="1000" dirty="0"/>
              <a:t>  selector:</a:t>
            </a:r>
          </a:p>
          <a:p>
            <a:r>
              <a:rPr lang="en-GB" sz="1000" dirty="0"/>
              <a:t>    </a:t>
            </a:r>
            <a:r>
              <a:rPr lang="en-GB" sz="1000" dirty="0" err="1"/>
              <a:t>matchLabels</a:t>
            </a:r>
            <a:r>
              <a:rPr lang="en-GB" sz="1000" dirty="0"/>
              <a:t>:</a:t>
            </a:r>
          </a:p>
          <a:p>
            <a:r>
              <a:rPr lang="en-GB" sz="1000" dirty="0"/>
              <a:t>      app: sample-java-app</a:t>
            </a:r>
          </a:p>
          <a:p>
            <a:r>
              <a:rPr lang="en-GB" sz="1000" dirty="0"/>
              <a:t>  template:</a:t>
            </a:r>
          </a:p>
          <a:p>
            <a:r>
              <a:rPr lang="en-GB" sz="1000" dirty="0"/>
              <a:t>    metadata:</a:t>
            </a:r>
          </a:p>
          <a:p>
            <a:r>
              <a:rPr lang="en-GB" sz="1000" dirty="0"/>
              <a:t>      name: sample-java-app</a:t>
            </a:r>
          </a:p>
          <a:p>
            <a:r>
              <a:rPr lang="en-GB" sz="1000" dirty="0"/>
              <a:t>      labels:</a:t>
            </a:r>
          </a:p>
          <a:p>
            <a:r>
              <a:rPr lang="en-GB" sz="1000" dirty="0"/>
              <a:t>        app: sample-java-app</a:t>
            </a:r>
          </a:p>
          <a:p>
            <a:r>
              <a:rPr lang="en-GB" sz="1000" dirty="0"/>
              <a:t>    spec:</a:t>
            </a:r>
          </a:p>
          <a:p>
            <a:r>
              <a:rPr lang="en-GB" sz="1000" dirty="0"/>
              <a:t>      containers:</a:t>
            </a:r>
          </a:p>
          <a:p>
            <a:r>
              <a:rPr lang="en-GB" sz="1000" dirty="0"/>
              <a:t>        - name: sample-node-app</a:t>
            </a:r>
          </a:p>
          <a:p>
            <a:r>
              <a:rPr lang="en-GB" sz="1000" dirty="0"/>
              <a:t>          image: saurabhd2106/sample-java-app</a:t>
            </a:r>
          </a:p>
          <a:p>
            <a:r>
              <a:rPr lang="en-GB" sz="1000" dirty="0"/>
              <a:t>          ports:</a:t>
            </a:r>
          </a:p>
          <a:p>
            <a:r>
              <a:rPr lang="en-GB" sz="1000" dirty="0"/>
              <a:t>            - </a:t>
            </a:r>
            <a:r>
              <a:rPr lang="en-GB" sz="1000" dirty="0" err="1"/>
              <a:t>containerPort</a:t>
            </a:r>
            <a:r>
              <a:rPr lang="en-GB" sz="1000" dirty="0"/>
              <a:t>: 8080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78FEAC-40EA-7D98-0970-9CC6AD55806E}"/>
              </a:ext>
            </a:extLst>
          </p:cNvPr>
          <p:cNvSpPr txBox="1"/>
          <p:nvPr/>
        </p:nvSpPr>
        <p:spPr>
          <a:xfrm>
            <a:off x="3519948" y="4269810"/>
            <a:ext cx="2359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App-</a:t>
            </a:r>
            <a:r>
              <a:rPr lang="en-GB" dirty="0" err="1"/>
              <a:t>deployment.yml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1152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003309-1F18-8B1F-C87A-8068CB025253}"/>
              </a:ext>
            </a:extLst>
          </p:cNvPr>
          <p:cNvSpPr txBox="1"/>
          <p:nvPr/>
        </p:nvSpPr>
        <p:spPr>
          <a:xfrm>
            <a:off x="6666270" y="3097162"/>
            <a:ext cx="529958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apiVersion</a:t>
            </a:r>
            <a:r>
              <a:rPr lang="en-GB" dirty="0"/>
              <a:t>: v1</a:t>
            </a:r>
          </a:p>
          <a:p>
            <a:r>
              <a:rPr lang="en-GB" dirty="0"/>
              <a:t>kind: Service</a:t>
            </a:r>
          </a:p>
          <a:p>
            <a:r>
              <a:rPr lang="en-GB" dirty="0"/>
              <a:t>metadata:</a:t>
            </a:r>
          </a:p>
          <a:p>
            <a:r>
              <a:rPr lang="en-GB" dirty="0"/>
              <a:t>  name: </a:t>
            </a:r>
            <a:r>
              <a:rPr lang="en-GB" dirty="0" err="1"/>
              <a:t>loadbalancer</a:t>
            </a:r>
            <a:r>
              <a:rPr lang="en-GB" dirty="0"/>
              <a:t>-service</a:t>
            </a:r>
          </a:p>
          <a:p>
            <a:r>
              <a:rPr lang="en-GB" dirty="0"/>
              <a:t>spec:</a:t>
            </a:r>
          </a:p>
          <a:p>
            <a:r>
              <a:rPr lang="en-GB" dirty="0"/>
              <a:t>  type: </a:t>
            </a:r>
            <a:r>
              <a:rPr lang="en-GB" dirty="0" err="1"/>
              <a:t>LoadBalancer</a:t>
            </a:r>
            <a:endParaRPr lang="en-GB" dirty="0"/>
          </a:p>
          <a:p>
            <a:r>
              <a:rPr lang="en-GB" dirty="0"/>
              <a:t>  ports:</a:t>
            </a:r>
          </a:p>
          <a:p>
            <a:r>
              <a:rPr lang="en-GB" dirty="0"/>
              <a:t>    - port: 80</a:t>
            </a:r>
          </a:p>
          <a:p>
            <a:r>
              <a:rPr lang="en-GB" dirty="0"/>
              <a:t>      </a:t>
            </a:r>
            <a:r>
              <a:rPr lang="en-GB" dirty="0" err="1"/>
              <a:t>targetPort</a:t>
            </a:r>
            <a:r>
              <a:rPr lang="en-GB" dirty="0"/>
              <a:t>: 8080</a:t>
            </a:r>
          </a:p>
          <a:p>
            <a:r>
              <a:rPr lang="en-GB" dirty="0"/>
              <a:t>  selector:</a:t>
            </a:r>
          </a:p>
          <a:p>
            <a:r>
              <a:rPr lang="en-GB" dirty="0"/>
              <a:t>    app: sample-java-app</a:t>
            </a:r>
          </a:p>
          <a:p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EA740D-137D-855A-A3A5-A1EFE37BD3C1}"/>
              </a:ext>
            </a:extLst>
          </p:cNvPr>
          <p:cNvSpPr txBox="1"/>
          <p:nvPr/>
        </p:nvSpPr>
        <p:spPr>
          <a:xfrm>
            <a:off x="4198375" y="3429000"/>
            <a:ext cx="1809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Service file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D46F07-BF36-0604-29D8-891394D01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229" y="1487435"/>
            <a:ext cx="9830652" cy="142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120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312</Words>
  <Application>Microsoft Office PowerPoint</Application>
  <PresentationFormat>Widescreen</PresentationFormat>
  <Paragraphs>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Consolas</vt:lpstr>
      <vt:lpstr>Inter</vt:lpstr>
      <vt:lpstr>Roboto</vt:lpstr>
      <vt:lpstr>SFMono-Regular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Navin Kumar</dc:creator>
  <cp:lastModifiedBy>Navin Kumar</cp:lastModifiedBy>
  <cp:revision>1</cp:revision>
  <dcterms:created xsi:type="dcterms:W3CDTF">2025-01-04T10:12:36Z</dcterms:created>
  <dcterms:modified xsi:type="dcterms:W3CDTF">2025-01-04T11:33:11Z</dcterms:modified>
</cp:coreProperties>
</file>