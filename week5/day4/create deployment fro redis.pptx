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B26F7B-B3EC-473B-89C5-B5DDF04E74AF}" v="7" dt="2024-12-19T15:47:52.1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in Kumar" userId="4040edb968256b89" providerId="LiveId" clId="{C0B26F7B-B3EC-473B-89C5-B5DDF04E74AF}"/>
    <pc:docChg chg="custSel addSld modSld">
      <pc:chgData name="Navin Kumar" userId="4040edb968256b89" providerId="LiveId" clId="{C0B26F7B-B3EC-473B-89C5-B5DDF04E74AF}" dt="2024-12-19T15:48:24.580" v="344" actId="1076"/>
      <pc:docMkLst>
        <pc:docMk/>
      </pc:docMkLst>
      <pc:sldChg chg="addSp modSp new mod">
        <pc:chgData name="Navin Kumar" userId="4040edb968256b89" providerId="LiveId" clId="{C0B26F7B-B3EC-473B-89C5-B5DDF04E74AF}" dt="2024-12-19T15:32:03.748" v="196" actId="1076"/>
        <pc:sldMkLst>
          <pc:docMk/>
          <pc:sldMk cId="3002495726" sldId="256"/>
        </pc:sldMkLst>
        <pc:spChg chg="add mod">
          <ac:chgData name="Navin Kumar" userId="4040edb968256b89" providerId="LiveId" clId="{C0B26F7B-B3EC-473B-89C5-B5DDF04E74AF}" dt="2024-12-19T15:30:30.572" v="157" actId="1076"/>
          <ac:spMkLst>
            <pc:docMk/>
            <pc:sldMk cId="3002495726" sldId="256"/>
            <ac:spMk id="2" creationId="{C55F7776-DBAE-D8BF-204F-C2908810A73A}"/>
          </ac:spMkLst>
        </pc:spChg>
        <pc:spChg chg="add mod">
          <ac:chgData name="Navin Kumar" userId="4040edb968256b89" providerId="LiveId" clId="{C0B26F7B-B3EC-473B-89C5-B5DDF04E74AF}" dt="2024-12-19T15:32:03.748" v="196" actId="1076"/>
          <ac:spMkLst>
            <pc:docMk/>
            <pc:sldMk cId="3002495726" sldId="256"/>
            <ac:spMk id="3" creationId="{3AEF2E93-1C02-ACA4-AD94-B2FDA4CC45FC}"/>
          </ac:spMkLst>
        </pc:spChg>
        <pc:spChg chg="add mod">
          <ac:chgData name="Navin Kumar" userId="4040edb968256b89" providerId="LiveId" clId="{C0B26F7B-B3EC-473B-89C5-B5DDF04E74AF}" dt="2024-12-19T15:32:01.755" v="195" actId="1076"/>
          <ac:spMkLst>
            <pc:docMk/>
            <pc:sldMk cId="3002495726" sldId="256"/>
            <ac:spMk id="4" creationId="{FB72BE6F-A9DB-7E0D-BC59-85104928286F}"/>
          </ac:spMkLst>
        </pc:spChg>
        <pc:spChg chg="add mod">
          <ac:chgData name="Navin Kumar" userId="4040edb968256b89" providerId="LiveId" clId="{C0B26F7B-B3EC-473B-89C5-B5DDF04E74AF}" dt="2024-12-19T15:31:57.914" v="194" actId="20577"/>
          <ac:spMkLst>
            <pc:docMk/>
            <pc:sldMk cId="3002495726" sldId="256"/>
            <ac:spMk id="5" creationId="{AB2417EB-8DB2-39C0-3C36-0183EFC20283}"/>
          </ac:spMkLst>
        </pc:spChg>
      </pc:sldChg>
      <pc:sldChg chg="addSp modSp new mod">
        <pc:chgData name="Navin Kumar" userId="4040edb968256b89" providerId="LiveId" clId="{C0B26F7B-B3EC-473B-89C5-B5DDF04E74AF}" dt="2024-12-19T15:38:25.616" v="272" actId="14100"/>
        <pc:sldMkLst>
          <pc:docMk/>
          <pc:sldMk cId="4280241157" sldId="257"/>
        </pc:sldMkLst>
        <pc:spChg chg="add mod">
          <ac:chgData name="Navin Kumar" userId="4040edb968256b89" providerId="LiveId" clId="{C0B26F7B-B3EC-473B-89C5-B5DDF04E74AF}" dt="2024-12-19T15:38:25.616" v="272" actId="14100"/>
          <ac:spMkLst>
            <pc:docMk/>
            <pc:sldMk cId="4280241157" sldId="257"/>
            <ac:spMk id="4" creationId="{40A3B87A-F09C-F65E-7048-AA35DF84C793}"/>
          </ac:spMkLst>
        </pc:spChg>
        <pc:picChg chg="add">
          <ac:chgData name="Navin Kumar" userId="4040edb968256b89" providerId="LiveId" clId="{C0B26F7B-B3EC-473B-89C5-B5DDF04E74AF}" dt="2024-12-19T15:33:10.467" v="197" actId="22"/>
          <ac:picMkLst>
            <pc:docMk/>
            <pc:sldMk cId="4280241157" sldId="257"/>
            <ac:picMk id="3" creationId="{75DE88D0-AE26-8D9E-43CB-3550E20F4275}"/>
          </ac:picMkLst>
        </pc:picChg>
      </pc:sldChg>
      <pc:sldChg chg="addSp modSp new mod">
        <pc:chgData name="Navin Kumar" userId="4040edb968256b89" providerId="LiveId" clId="{C0B26F7B-B3EC-473B-89C5-B5DDF04E74AF}" dt="2024-12-19T15:41:52.006" v="277" actId="1076"/>
        <pc:sldMkLst>
          <pc:docMk/>
          <pc:sldMk cId="1704475218" sldId="258"/>
        </pc:sldMkLst>
        <pc:spChg chg="add mod">
          <ac:chgData name="Navin Kumar" userId="4040edb968256b89" providerId="LiveId" clId="{C0B26F7B-B3EC-473B-89C5-B5DDF04E74AF}" dt="2024-12-19T15:40:15.840" v="274"/>
          <ac:spMkLst>
            <pc:docMk/>
            <pc:sldMk cId="1704475218" sldId="258"/>
            <ac:spMk id="2" creationId="{04304066-9D08-BD8D-275E-A7EC09A7E8C3}"/>
          </ac:spMkLst>
        </pc:spChg>
        <pc:picChg chg="add mod">
          <ac:chgData name="Navin Kumar" userId="4040edb968256b89" providerId="LiveId" clId="{C0B26F7B-B3EC-473B-89C5-B5DDF04E74AF}" dt="2024-12-19T15:41:52.006" v="277" actId="1076"/>
          <ac:picMkLst>
            <pc:docMk/>
            <pc:sldMk cId="1704475218" sldId="258"/>
            <ac:picMk id="4" creationId="{44EB7E89-BB5B-3CDB-E6EF-9F45AB10302A}"/>
          </ac:picMkLst>
        </pc:picChg>
      </pc:sldChg>
      <pc:sldChg chg="addSp modSp new mod">
        <pc:chgData name="Navin Kumar" userId="4040edb968256b89" providerId="LiveId" clId="{C0B26F7B-B3EC-473B-89C5-B5DDF04E74AF}" dt="2024-12-19T15:48:24.580" v="344" actId="1076"/>
        <pc:sldMkLst>
          <pc:docMk/>
          <pc:sldMk cId="2823451979" sldId="259"/>
        </pc:sldMkLst>
        <pc:spChg chg="add mod">
          <ac:chgData name="Navin Kumar" userId="4040edb968256b89" providerId="LiveId" clId="{C0B26F7B-B3EC-473B-89C5-B5DDF04E74AF}" dt="2024-12-19T15:48:18.772" v="343" actId="1076"/>
          <ac:spMkLst>
            <pc:docMk/>
            <pc:sldMk cId="2823451979" sldId="259"/>
            <ac:spMk id="4" creationId="{49673FBC-851E-2F4E-C93F-D9EFB9B06F80}"/>
          </ac:spMkLst>
        </pc:spChg>
        <pc:picChg chg="add mod">
          <ac:chgData name="Navin Kumar" userId="4040edb968256b89" providerId="LiveId" clId="{C0B26F7B-B3EC-473B-89C5-B5DDF04E74AF}" dt="2024-12-19T15:48:24.580" v="344" actId="1076"/>
          <ac:picMkLst>
            <pc:docMk/>
            <pc:sldMk cId="2823451979" sldId="259"/>
            <ac:picMk id="3" creationId="{F2293498-7B3C-78E2-1B01-A773AE3B241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90E4D-813D-FC71-0647-515BAF59E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D9E0AA-DE6B-2DC9-7C07-4E69A2B2C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A4723-F7AA-3F08-D752-1B2812B80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F4195-B9E0-9245-9CDE-88B041587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9C31F-3B0E-D724-750B-6CFD2F56B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1016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7C187-D515-4C06-CD2F-E4EA7A20C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48FBA-2C61-E337-5DE6-54ED304AE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10C8A-F83B-6DF3-BAF7-8E9EC9382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0051E-573E-9094-ABDE-500F84157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E1642-AC45-1B97-80B6-E63832975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841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B3249-6A00-F410-A3BB-D8CC94707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E74E0-6A0C-7C03-6C5E-A2F71754A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53C68-5021-2BFF-A840-148D7AA76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9F291-3603-6B83-E59A-167E85BEB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7F443-E12B-02F0-D74F-3542F0BC6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577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2B289-D93B-0B6A-00C0-AD0711108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86E4E-F779-29AD-DE8B-D7DBF8ACC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12470-B17B-7972-0A95-C98A2A0D6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C4F91-0830-B025-CCDE-792AE7529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E658B9-A445-6415-CAD3-496976B06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E204E-454C-1993-5899-B6C23397B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557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82BBB-BFCB-C1BB-D22E-551E0CD01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3BA11-94E2-DE0E-1BFE-FAEED7F13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C8DCF1-1647-D8E9-516B-6C9F8A9A4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98AD70-7489-A54D-0CDC-8135FC953C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C7CFB7-8547-BF27-51E8-A1537A5F15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7380BD-0AE7-3BE5-B19D-E05173BB6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B7E4A-4A37-4F02-59CA-9B793DCB3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4C22D6-3EFA-A508-3AE5-FF4F7C29D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490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C5A40-8533-CDDE-DAF7-69408E65D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295569-C2AA-04C6-F833-B8673CDF9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C12A61-0E2A-A63C-6E0C-2CC77D8D4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23640-CBE7-B494-2D6D-88D1A691E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173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D4D4A7-33DF-E993-740D-6E1EF5186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1A7EAF-656D-C7AC-C36E-BA4E6AA42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94012-C770-F37C-53E4-84ED2BA4B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586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CB0BB-34DC-8D7C-969C-AE2A6D77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08CAA-B5FD-0471-2E3F-A163ADBE8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EBC2D-CF23-7862-F893-0F7E85577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15E55-ECC2-9899-3F9A-2DE7C8583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6BE22-239F-9D3B-9431-90BACE837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AD503-B663-CB6F-02FC-32E4F4A77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0132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26530-4CFD-0AF9-F7A0-3670536A3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F7765D-345B-153C-22EB-3562A13B30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A777CE-4538-A551-CC1D-02A86AF33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FFE4A-705D-0AD1-A911-A92ABD112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4CB81-DA16-5673-6B5D-76123F13E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34F3A-2AEA-000C-E3CB-4ED5BEB14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639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BEFD-2C0B-BCBC-BDA2-469CB6C25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85A198-6B0E-46FB-EDB1-5FAEC49D30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24000-40A9-C5DD-A4E2-9AC2102D7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15EA5-1B58-3AF3-4D55-A9220B106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D713C-0C0C-6B2F-C685-E67736F0C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290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24FFB6-D5E0-6796-D832-7FD237E8E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A7C3BD-5806-80E6-117A-AC5A16A65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869F4-3406-2AFB-E53C-557AEC3E7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D2B84-0638-55B0-CCBF-6EE12FF3B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9DC58-789E-24A4-3962-E0AA6C2F2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7542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A89302-AB3E-E180-EE01-193D750D1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8E900-D903-86A7-0B0F-076FF78A6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40821-237F-3FB5-C7D8-4EDC000FB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2F95A-6016-481B-839F-B3F2D042BD3C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C117E-0A08-AD19-4396-7BB2F480A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B977E-DDBB-A49A-2371-E35EF3754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880D37-21B4-42E8-996B-7D4804134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809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5F7776-DBAE-D8BF-204F-C2908810A73A}"/>
              </a:ext>
            </a:extLst>
          </p:cNvPr>
          <p:cNvSpPr txBox="1"/>
          <p:nvPr/>
        </p:nvSpPr>
        <p:spPr>
          <a:xfrm>
            <a:off x="3977640" y="338328"/>
            <a:ext cx="3310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Create deployment for Redis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EF2E93-1C02-ACA4-AD94-B2FDA4CC45FC}"/>
              </a:ext>
            </a:extLst>
          </p:cNvPr>
          <p:cNvSpPr txBox="1"/>
          <p:nvPr/>
        </p:nvSpPr>
        <p:spPr>
          <a:xfrm>
            <a:off x="4637807" y="1394353"/>
            <a:ext cx="4286737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dirty="0"/>
          </a:p>
          <a:p>
            <a:r>
              <a:rPr lang="en-GB" sz="1400" dirty="0" err="1"/>
              <a:t>apiVersion</a:t>
            </a:r>
            <a:r>
              <a:rPr lang="en-GB" sz="1400" dirty="0"/>
              <a:t>: apps/v1</a:t>
            </a:r>
          </a:p>
          <a:p>
            <a:r>
              <a:rPr lang="en-GB" sz="1400" dirty="0"/>
              <a:t>kind: Deployment</a:t>
            </a:r>
          </a:p>
          <a:p>
            <a:r>
              <a:rPr lang="en-GB" sz="1400" dirty="0"/>
              <a:t>metadata:</a:t>
            </a:r>
          </a:p>
          <a:p>
            <a:r>
              <a:rPr lang="en-GB" sz="1400" dirty="0"/>
              <a:t>  name: </a:t>
            </a:r>
            <a:r>
              <a:rPr lang="en-GB" sz="1400" dirty="0" err="1"/>
              <a:t>redis</a:t>
            </a:r>
            <a:r>
              <a:rPr lang="en-GB" sz="1400" dirty="0"/>
              <a:t>-deploy</a:t>
            </a:r>
          </a:p>
          <a:p>
            <a:r>
              <a:rPr lang="en-GB" sz="1400" dirty="0"/>
              <a:t>  labels:</a:t>
            </a:r>
          </a:p>
          <a:p>
            <a:r>
              <a:rPr lang="en-GB" sz="1400" dirty="0"/>
              <a:t>    app: </a:t>
            </a:r>
            <a:r>
              <a:rPr lang="en-GB" sz="1400" dirty="0" err="1"/>
              <a:t>redis</a:t>
            </a:r>
            <a:endParaRPr lang="en-GB" sz="1400" dirty="0"/>
          </a:p>
          <a:p>
            <a:r>
              <a:rPr lang="en-GB" sz="1400" dirty="0"/>
              <a:t>spec:</a:t>
            </a:r>
          </a:p>
          <a:p>
            <a:r>
              <a:rPr lang="en-GB" sz="1400" dirty="0"/>
              <a:t>  replicas: 1</a:t>
            </a:r>
          </a:p>
          <a:p>
            <a:r>
              <a:rPr lang="en-GB" sz="1400" dirty="0"/>
              <a:t>  selector:</a:t>
            </a:r>
          </a:p>
          <a:p>
            <a:r>
              <a:rPr lang="en-GB" sz="1400" dirty="0"/>
              <a:t>    </a:t>
            </a:r>
            <a:r>
              <a:rPr lang="en-GB" sz="1400" dirty="0" err="1"/>
              <a:t>matchLabels</a:t>
            </a:r>
            <a:r>
              <a:rPr lang="en-GB" sz="1400" dirty="0"/>
              <a:t>:</a:t>
            </a:r>
          </a:p>
          <a:p>
            <a:r>
              <a:rPr lang="en-GB" sz="1400" dirty="0"/>
              <a:t>      app: </a:t>
            </a:r>
            <a:r>
              <a:rPr lang="en-GB" sz="1400" dirty="0" err="1"/>
              <a:t>redis</a:t>
            </a:r>
            <a:endParaRPr lang="en-GB" sz="1400" dirty="0"/>
          </a:p>
          <a:p>
            <a:r>
              <a:rPr lang="en-GB" sz="1400" dirty="0"/>
              <a:t>  template:</a:t>
            </a:r>
          </a:p>
          <a:p>
            <a:r>
              <a:rPr lang="en-GB" sz="1400" dirty="0"/>
              <a:t>    metadata:</a:t>
            </a:r>
          </a:p>
          <a:p>
            <a:r>
              <a:rPr lang="en-GB" sz="1400" dirty="0"/>
              <a:t>      name: </a:t>
            </a:r>
            <a:r>
              <a:rPr lang="en-GB" sz="1400" dirty="0" err="1"/>
              <a:t>redis</a:t>
            </a:r>
            <a:endParaRPr lang="en-GB" sz="1400" dirty="0"/>
          </a:p>
          <a:p>
            <a:r>
              <a:rPr lang="en-GB" sz="1400" dirty="0"/>
              <a:t>      labels:</a:t>
            </a:r>
          </a:p>
          <a:p>
            <a:r>
              <a:rPr lang="en-GB" sz="1400" dirty="0"/>
              <a:t>        app: </a:t>
            </a:r>
            <a:r>
              <a:rPr lang="en-GB" sz="1400" dirty="0" err="1"/>
              <a:t>redis</a:t>
            </a:r>
            <a:endParaRPr lang="en-GB" sz="1400" dirty="0"/>
          </a:p>
          <a:p>
            <a:r>
              <a:rPr lang="en-GB" sz="1400" dirty="0"/>
              <a:t>    spec:</a:t>
            </a:r>
          </a:p>
          <a:p>
            <a:r>
              <a:rPr lang="en-GB" sz="1400" dirty="0"/>
              <a:t>      containers:</a:t>
            </a:r>
          </a:p>
          <a:p>
            <a:r>
              <a:rPr lang="en-GB" sz="1400" dirty="0"/>
              <a:t>        - name: </a:t>
            </a:r>
            <a:r>
              <a:rPr lang="en-GB" sz="1400" dirty="0" err="1"/>
              <a:t>redis</a:t>
            </a:r>
            <a:endParaRPr lang="en-GB" sz="1400" dirty="0"/>
          </a:p>
          <a:p>
            <a:r>
              <a:rPr lang="en-GB" sz="1400" dirty="0"/>
              <a:t>          image: </a:t>
            </a:r>
            <a:r>
              <a:rPr lang="en-GB" sz="1400" dirty="0" err="1"/>
              <a:t>redis:latest</a:t>
            </a:r>
            <a:endParaRPr lang="en-GB" sz="1400" dirty="0"/>
          </a:p>
          <a:p>
            <a:r>
              <a:rPr lang="en-GB" sz="1400" dirty="0"/>
              <a:t>          ports:</a:t>
            </a:r>
          </a:p>
          <a:p>
            <a:r>
              <a:rPr lang="en-GB" sz="1400" dirty="0"/>
              <a:t>            - </a:t>
            </a:r>
            <a:r>
              <a:rPr lang="en-GB" sz="1400" dirty="0" err="1"/>
              <a:t>containerPort</a:t>
            </a:r>
            <a:r>
              <a:rPr lang="en-GB" sz="1400" dirty="0"/>
              <a:t>: 6379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72BE6F-A9DB-7E0D-BC59-85104928286F}"/>
              </a:ext>
            </a:extLst>
          </p:cNvPr>
          <p:cNvSpPr txBox="1"/>
          <p:nvPr/>
        </p:nvSpPr>
        <p:spPr>
          <a:xfrm>
            <a:off x="9073896" y="2217068"/>
            <a:ext cx="28620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/>
              <a:t>apiVersion</a:t>
            </a:r>
            <a:r>
              <a:rPr lang="en-GB" sz="1400" dirty="0"/>
              <a:t>: v1</a:t>
            </a:r>
          </a:p>
          <a:p>
            <a:r>
              <a:rPr lang="en-GB" sz="1400" dirty="0"/>
              <a:t>kind: Service</a:t>
            </a:r>
          </a:p>
          <a:p>
            <a:r>
              <a:rPr lang="en-GB" sz="1400" dirty="0"/>
              <a:t>metadata:</a:t>
            </a:r>
          </a:p>
          <a:p>
            <a:r>
              <a:rPr lang="en-GB" sz="1400" dirty="0"/>
              <a:t>  name: </a:t>
            </a:r>
            <a:r>
              <a:rPr lang="en-GB" sz="1400" dirty="0" err="1"/>
              <a:t>redis</a:t>
            </a:r>
            <a:endParaRPr lang="en-GB" sz="1400" dirty="0"/>
          </a:p>
          <a:p>
            <a:r>
              <a:rPr lang="en-GB" sz="1400" dirty="0"/>
              <a:t>spec:</a:t>
            </a:r>
          </a:p>
          <a:p>
            <a:r>
              <a:rPr lang="en-GB" sz="1400" dirty="0"/>
              <a:t>  type: </a:t>
            </a:r>
            <a:r>
              <a:rPr lang="en-GB" sz="1400" dirty="0" err="1"/>
              <a:t>ClusterIP</a:t>
            </a:r>
            <a:endParaRPr lang="en-GB" sz="1400" dirty="0"/>
          </a:p>
          <a:p>
            <a:r>
              <a:rPr lang="en-GB" sz="1400" dirty="0"/>
              <a:t>  ports:</a:t>
            </a:r>
          </a:p>
          <a:p>
            <a:r>
              <a:rPr lang="en-GB" sz="1400" dirty="0"/>
              <a:t>    - port: 6379</a:t>
            </a:r>
          </a:p>
          <a:p>
            <a:r>
              <a:rPr lang="en-GB" sz="1400" dirty="0"/>
              <a:t>      </a:t>
            </a:r>
            <a:r>
              <a:rPr lang="en-GB" sz="1400" dirty="0" err="1"/>
              <a:t>targetPort</a:t>
            </a:r>
            <a:r>
              <a:rPr lang="en-GB" sz="1400" dirty="0"/>
              <a:t>: 6379</a:t>
            </a:r>
          </a:p>
          <a:p>
            <a:r>
              <a:rPr lang="en-GB" sz="1400" dirty="0"/>
              <a:t>  selector:</a:t>
            </a:r>
          </a:p>
          <a:p>
            <a:r>
              <a:rPr lang="en-GB" sz="1400" dirty="0"/>
              <a:t>    app: </a:t>
            </a:r>
            <a:r>
              <a:rPr lang="en-GB" sz="1400" dirty="0" err="1"/>
              <a:t>redis</a:t>
            </a:r>
            <a:endParaRPr lang="en-GB" sz="1400" dirty="0"/>
          </a:p>
          <a:p>
            <a:endParaRPr lang="en-GB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2417EB-8DB2-39C0-3C36-0183EFC20283}"/>
              </a:ext>
            </a:extLst>
          </p:cNvPr>
          <p:cNvSpPr txBox="1"/>
          <p:nvPr/>
        </p:nvSpPr>
        <p:spPr>
          <a:xfrm>
            <a:off x="256032" y="1197864"/>
            <a:ext cx="38039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/>
              <a:t>First Create a  </a:t>
            </a:r>
            <a:r>
              <a:rPr lang="en-GB" sz="1800" dirty="0" err="1"/>
              <a:t>redis-deploy.yml</a:t>
            </a:r>
            <a:r>
              <a:rPr lang="en-GB" sz="1800" dirty="0"/>
              <a:t> and create  below code.</a:t>
            </a:r>
          </a:p>
          <a:p>
            <a:endParaRPr lang="en-GB" sz="1800" dirty="0"/>
          </a:p>
          <a:p>
            <a:r>
              <a:rPr lang="en-GB" sz="1800" dirty="0"/>
              <a:t>Then create </a:t>
            </a:r>
            <a:r>
              <a:rPr lang="en-GB" sz="1800" dirty="0" err="1"/>
              <a:t>Create</a:t>
            </a:r>
            <a:r>
              <a:rPr lang="en-GB" sz="1800" dirty="0"/>
              <a:t> a 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SFMono-Regular"/>
              </a:rPr>
              <a:t>service.yml</a:t>
            </a:r>
            <a:endParaRPr lang="en-GB" sz="1800" dirty="0"/>
          </a:p>
          <a:p>
            <a:endParaRPr lang="en-GB" sz="18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2495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DE88D0-AE26-8D9E-43CB-3550E20F4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1677"/>
            <a:ext cx="12192000" cy="37146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A3B87A-F09C-F65E-7048-AA35DF84C793}"/>
              </a:ext>
            </a:extLst>
          </p:cNvPr>
          <p:cNvSpPr txBox="1"/>
          <p:nvPr/>
        </p:nvSpPr>
        <p:spPr>
          <a:xfrm>
            <a:off x="3847056" y="648325"/>
            <a:ext cx="4409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Apply command , the </a:t>
            </a:r>
            <a:r>
              <a:rPr lang="en-GB" sz="1800" dirty="0" err="1"/>
              <a:t>redis-deploy.yml</a:t>
            </a:r>
            <a:r>
              <a:rPr lang="en-GB" sz="1800" dirty="0"/>
              <a:t>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0241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304066-9D08-BD8D-275E-A7EC09A7E8C3}"/>
              </a:ext>
            </a:extLst>
          </p:cNvPr>
          <p:cNvSpPr txBox="1"/>
          <p:nvPr/>
        </p:nvSpPr>
        <p:spPr>
          <a:xfrm>
            <a:off x="3847056" y="648325"/>
            <a:ext cx="4409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Apply command , the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SFMono-Regular"/>
              </a:rPr>
              <a:t>service.yml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EB7E89-BB5B-3CDB-E6EF-9F45AB103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76" y="1408405"/>
            <a:ext cx="10545647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475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293498-7B3C-78E2-1B01-A773AE3B2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861" y="2040134"/>
            <a:ext cx="9326277" cy="31627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673FBC-851E-2F4E-C93F-D9EFB9B06F80}"/>
              </a:ext>
            </a:extLst>
          </p:cNvPr>
          <p:cNvSpPr txBox="1"/>
          <p:nvPr/>
        </p:nvSpPr>
        <p:spPr>
          <a:xfrm>
            <a:off x="4068437" y="1148838"/>
            <a:ext cx="3035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Check the output As below </a:t>
            </a:r>
          </a:p>
        </p:txBody>
      </p:sp>
    </p:spTree>
    <p:extLst>
      <p:ext uri="{BB962C8B-B14F-4D97-AF65-F5344CB8AC3E}">
        <p14:creationId xmlns:p14="http://schemas.microsoft.com/office/powerpoint/2010/main" val="2823451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157</Words>
  <Application>Microsoft Office PowerPoint</Application>
  <PresentationFormat>Widescreen</PresentationFormat>
  <Paragraphs>41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SFMono-Regular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Navin Kumar</dc:creator>
  <cp:lastModifiedBy>Navin Kumar</cp:lastModifiedBy>
  <cp:revision>1</cp:revision>
  <dcterms:created xsi:type="dcterms:W3CDTF">2024-12-19T15:23:12Z</dcterms:created>
  <dcterms:modified xsi:type="dcterms:W3CDTF">2024-12-19T15:48:26Z</dcterms:modified>
</cp:coreProperties>
</file>