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E02447-A13D-4654-9562-85264A7BA4F3}" v="4" dt="2024-12-15T16:11:35.9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vin Kumar" userId="4040edb968256b89" providerId="LiveId" clId="{C2E02447-A13D-4654-9562-85264A7BA4F3}"/>
    <pc:docChg chg="custSel addSld delSld modSld sldOrd">
      <pc:chgData name="Navin Kumar" userId="4040edb968256b89" providerId="LiveId" clId="{C2E02447-A13D-4654-9562-85264A7BA4F3}" dt="2024-12-15T16:25:24.583" v="65" actId="1076"/>
      <pc:docMkLst>
        <pc:docMk/>
      </pc:docMkLst>
      <pc:sldChg chg="addSp delSp new mod">
        <pc:chgData name="Navin Kumar" userId="4040edb968256b89" providerId="LiveId" clId="{C2E02447-A13D-4654-9562-85264A7BA4F3}" dt="2024-12-15T16:10:45.885" v="13" actId="22"/>
        <pc:sldMkLst>
          <pc:docMk/>
          <pc:sldMk cId="3691791605" sldId="256"/>
        </pc:sldMkLst>
        <pc:spChg chg="del">
          <ac:chgData name="Navin Kumar" userId="4040edb968256b89" providerId="LiveId" clId="{C2E02447-A13D-4654-9562-85264A7BA4F3}" dt="2024-12-15T13:45:45.786" v="1" actId="478"/>
          <ac:spMkLst>
            <pc:docMk/>
            <pc:sldMk cId="3691791605" sldId="256"/>
            <ac:spMk id="2" creationId="{5A3E9FE4-015E-4649-C2DE-43F49BD1875E}"/>
          </ac:spMkLst>
        </pc:spChg>
        <pc:spChg chg="del">
          <ac:chgData name="Navin Kumar" userId="4040edb968256b89" providerId="LiveId" clId="{C2E02447-A13D-4654-9562-85264A7BA4F3}" dt="2024-12-15T13:45:47.877" v="2" actId="478"/>
          <ac:spMkLst>
            <pc:docMk/>
            <pc:sldMk cId="3691791605" sldId="256"/>
            <ac:spMk id="3" creationId="{B8B17FE8-CAEE-91D2-F36C-3DACF4226312}"/>
          </ac:spMkLst>
        </pc:spChg>
        <pc:picChg chg="add">
          <ac:chgData name="Navin Kumar" userId="4040edb968256b89" providerId="LiveId" clId="{C2E02447-A13D-4654-9562-85264A7BA4F3}" dt="2024-12-15T16:10:45.885" v="13" actId="22"/>
          <ac:picMkLst>
            <pc:docMk/>
            <pc:sldMk cId="3691791605" sldId="256"/>
            <ac:picMk id="3" creationId="{B8B626FA-4A1B-CED6-0F0C-D5518191594E}"/>
          </ac:picMkLst>
        </pc:picChg>
      </pc:sldChg>
      <pc:sldChg chg="add del ord">
        <pc:chgData name="Navin Kumar" userId="4040edb968256b89" providerId="LiveId" clId="{C2E02447-A13D-4654-9562-85264A7BA4F3}" dt="2024-12-15T16:12:35.389" v="64" actId="47"/>
        <pc:sldMkLst>
          <pc:docMk/>
          <pc:sldMk cId="636892293" sldId="257"/>
        </pc:sldMkLst>
      </pc:sldChg>
      <pc:sldChg chg="new del">
        <pc:chgData name="Navin Kumar" userId="4040edb968256b89" providerId="LiveId" clId="{C2E02447-A13D-4654-9562-85264A7BA4F3}" dt="2024-12-15T13:45:52.636" v="7" actId="47"/>
        <pc:sldMkLst>
          <pc:docMk/>
          <pc:sldMk cId="1911479471" sldId="257"/>
        </pc:sldMkLst>
      </pc:sldChg>
      <pc:sldChg chg="addSp modSp add mod ord">
        <pc:chgData name="Navin Kumar" userId="4040edb968256b89" providerId="LiveId" clId="{C2E02447-A13D-4654-9562-85264A7BA4F3}" dt="2024-12-15T16:25:24.583" v="65" actId="1076"/>
        <pc:sldMkLst>
          <pc:docMk/>
          <pc:sldMk cId="2268034244" sldId="258"/>
        </pc:sldMkLst>
        <pc:spChg chg="add mod">
          <ac:chgData name="Navin Kumar" userId="4040edb968256b89" providerId="LiveId" clId="{C2E02447-A13D-4654-9562-85264A7BA4F3}" dt="2024-12-15T16:12:00.594" v="61" actId="1076"/>
          <ac:spMkLst>
            <pc:docMk/>
            <pc:sldMk cId="2268034244" sldId="258"/>
            <ac:spMk id="2" creationId="{AD6A6C79-8361-3E55-36C8-3930ADA5C243}"/>
          </ac:spMkLst>
        </pc:spChg>
        <pc:spChg chg="add mod">
          <ac:chgData name="Navin Kumar" userId="4040edb968256b89" providerId="LiveId" clId="{C2E02447-A13D-4654-9562-85264A7BA4F3}" dt="2024-12-15T16:25:24.583" v="65" actId="1076"/>
          <ac:spMkLst>
            <pc:docMk/>
            <pc:sldMk cId="2268034244" sldId="258"/>
            <ac:spMk id="3" creationId="{6FC7AA2A-7A02-93FD-9311-5A34A7A9A59B}"/>
          </ac:spMkLst>
        </pc:spChg>
        <pc:picChg chg="add mod">
          <ac:chgData name="Navin Kumar" userId="4040edb968256b89" providerId="LiveId" clId="{C2E02447-A13D-4654-9562-85264A7BA4F3}" dt="2024-12-15T16:12:33.434" v="63" actId="1076"/>
          <ac:picMkLst>
            <pc:docMk/>
            <pc:sldMk cId="2268034244" sldId="258"/>
            <ac:picMk id="5" creationId="{7D5ADC84-BC00-9A07-9710-0C60AA51939C}"/>
          </ac:picMkLst>
        </pc:picChg>
      </pc:sldChg>
      <pc:sldChg chg="new del">
        <pc:chgData name="Navin Kumar" userId="4040edb968256b89" providerId="LiveId" clId="{C2E02447-A13D-4654-9562-85264A7BA4F3}" dt="2024-12-15T13:45:53.066" v="8" actId="47"/>
        <pc:sldMkLst>
          <pc:docMk/>
          <pc:sldMk cId="3970296613" sldId="258"/>
        </pc:sldMkLst>
      </pc:sldChg>
      <pc:sldChg chg="new del">
        <pc:chgData name="Navin Kumar" userId="4040edb968256b89" providerId="LiveId" clId="{C2E02447-A13D-4654-9562-85264A7BA4F3}" dt="2024-12-15T13:45:53.786" v="9" actId="47"/>
        <pc:sldMkLst>
          <pc:docMk/>
          <pc:sldMk cId="1320148405" sldId="259"/>
        </pc:sldMkLst>
      </pc:sldChg>
      <pc:sldChg chg="new del">
        <pc:chgData name="Navin Kumar" userId="4040edb968256b89" providerId="LiveId" clId="{C2E02447-A13D-4654-9562-85264A7BA4F3}" dt="2024-12-15T13:45:54.358" v="10" actId="47"/>
        <pc:sldMkLst>
          <pc:docMk/>
          <pc:sldMk cId="3839851148" sldId="26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8D109-F88D-8BD7-72CF-30D77A9862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831189-7650-E04A-0E57-ACD2220C23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B920F-B3A1-0CD0-4477-54820E2B6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C08BE-83BF-4A93-90D0-A36CD0FA01F5}" type="datetimeFigureOut">
              <a:rPr lang="en-GB" smtClean="0"/>
              <a:t>15/12/2024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B22AF1-E40B-63FA-4B57-CC2A0CCEA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40C56-92C0-0463-59A6-8499165A6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5AA51-3037-4898-AD83-5B8FA12DAF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1558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D6A1E-D766-1A9C-F38D-7B50E8A3E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05CEA-C252-A7C1-A9B0-D4453FD44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DC99BF-1A15-C467-99F6-50F7958DC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C08BE-83BF-4A93-90D0-A36CD0FA01F5}" type="datetimeFigureOut">
              <a:rPr lang="en-GB" smtClean="0"/>
              <a:t>15/12/2024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10A37-9102-4F04-E9BF-8D5A9B29A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B8B63-E5E6-F36C-C371-0ABB541CE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5AA51-3037-4898-AD83-5B8FA12DAF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5592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F2E67-3552-1DCD-09D4-55DFDFB7B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8BE313-34D4-AD23-FA8B-D837FAD7F6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D6DA7D-FF33-F69D-FF60-E9E2A186C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C08BE-83BF-4A93-90D0-A36CD0FA01F5}" type="datetimeFigureOut">
              <a:rPr lang="en-GB" smtClean="0"/>
              <a:t>15/12/2024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1779F8-8367-B06E-69AB-2601D8EBB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FF86BF-9E6E-851E-17D5-A8C75FF57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5AA51-3037-4898-AD83-5B8FA12DAF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1044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74EE7-CA40-C785-A31D-EE7516A5B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F8C32-3068-2D48-BCEC-DC4A3E0D9C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12D0E8-48C4-48CF-972F-99762FA987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052BCF-ADA6-60C0-A56F-77E3F0943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C08BE-83BF-4A93-90D0-A36CD0FA01F5}" type="datetimeFigureOut">
              <a:rPr lang="en-GB" smtClean="0"/>
              <a:t>15/12/2024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A9F35B-7997-87F5-C925-2BD62967C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8B25CD-60E6-45F0-CD3C-2F1A31E88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5AA51-3037-4898-AD83-5B8FA12DAF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2067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8FF44-9741-EB44-32E5-6D1E87138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C4E80A-CFCE-1998-3C91-ADC449CFCA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34C0C6-B5B6-D00C-3365-C3C575E837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A67D5F-64E9-75F1-EDA6-57435D08EA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2F38CC-8D07-5CD1-8316-9348CAAB1E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98D619-CC47-95A5-4143-BBDF22CE3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C08BE-83BF-4A93-90D0-A36CD0FA01F5}" type="datetimeFigureOut">
              <a:rPr lang="en-GB" smtClean="0"/>
              <a:t>15/12/2024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A09854-06D5-C82B-7E19-66F012263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49D078-93F4-D980-C412-C7CEBDC37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5AA51-3037-4898-AD83-5B8FA12DAF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7815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F7FFE-3377-6D45-1190-298108070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344950-ED0D-2C83-3E4F-6FC0C1D15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C08BE-83BF-4A93-90D0-A36CD0FA01F5}" type="datetimeFigureOut">
              <a:rPr lang="en-GB" smtClean="0"/>
              <a:t>15/12/2024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5962D0-A4B1-DC23-F15A-587DE36C4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02073F-56DF-39EC-085C-82B3FC03B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5AA51-3037-4898-AD83-5B8FA12DAF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6331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0F3DA5-E490-26DF-1A14-0EBD8442F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C08BE-83BF-4A93-90D0-A36CD0FA01F5}" type="datetimeFigureOut">
              <a:rPr lang="en-GB" smtClean="0"/>
              <a:t>15/12/2024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00B929-D734-55D3-7B2C-FD8E62DE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0A4D02-A9E5-D607-FE84-D4F010387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5AA51-3037-4898-AD83-5B8FA12DAF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4691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6449E-A4A4-6679-51C6-42A77BFBE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CAFD10-D4EC-A70E-B206-DD5F9B6D5B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D149E5-F815-DCE3-FF23-B07B46707C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756545-914A-B7D5-A2B5-3F931DA5C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C08BE-83BF-4A93-90D0-A36CD0FA01F5}" type="datetimeFigureOut">
              <a:rPr lang="en-GB" smtClean="0"/>
              <a:t>15/12/2024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5DD029-EE90-EE8C-8659-44DF75458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BA66FD-0DE4-4659-D7A0-601A8E8AB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5AA51-3037-4898-AD83-5B8FA12DAF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8240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FB5DF-62C2-B0A2-85F5-10E7ED50A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7DB327-02AF-E926-2406-71714F4FE7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E78627-3B5E-56AA-3C64-66E2670532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C7D2B2-F54F-2D3D-FA24-01B4A3A36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C08BE-83BF-4A93-90D0-A36CD0FA01F5}" type="datetimeFigureOut">
              <a:rPr lang="en-GB" smtClean="0"/>
              <a:t>15/12/2024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75B6A8-4634-7DB9-0B16-C88A40CDB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00503E-6862-D213-A945-D0BCBEE4F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5AA51-3037-4898-AD83-5B8FA12DAF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2978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1B30D-096C-B4E0-E11C-59A96855E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A52F8C-FE09-DAA1-EEBE-4AEBAA4328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4F41A2-5B5E-DBCE-C840-017D122A7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C08BE-83BF-4A93-90D0-A36CD0FA01F5}" type="datetimeFigureOut">
              <a:rPr lang="en-GB" smtClean="0"/>
              <a:t>15/12/2024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D0F0BA-509F-6D29-AA5C-42394A97B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D199FA-5536-C047-4428-EEADED070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5AA51-3037-4898-AD83-5B8FA12DAF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6499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3462C5-D638-8A3E-332A-E3A7F0B6DB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132E97-3A5A-C6E4-CA1E-D6C89366AF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C13D1-0665-C45C-C95F-A36D1FB81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C08BE-83BF-4A93-90D0-A36CD0FA01F5}" type="datetimeFigureOut">
              <a:rPr lang="en-GB" smtClean="0"/>
              <a:t>15/12/2024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AAFBF-512B-1F2D-D810-8B4C4EE9D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10E34-D0C5-F96A-1684-CBCE5172B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5AA51-3037-4898-AD83-5B8FA12DAF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98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5CADA9-F56E-6504-4B7C-FDD4008BF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6D130B-4D27-5AB1-073D-577213EF50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84FE3-B327-5D5A-19A3-55EAF6F340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9C08BE-83BF-4A93-90D0-A36CD0FA01F5}" type="datetimeFigureOut">
              <a:rPr lang="en-GB" smtClean="0"/>
              <a:t>15/12/2024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4FFEAF-BD91-6CF2-AA9D-9096780AB6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94B343-C1A4-586A-BA52-5B016337E5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55AA51-3037-4898-AD83-5B8FA12DAF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1944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2F936-1E98-468F-6074-C91E91ADA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6A6C79-8361-3E55-36C8-3930ADA5C243}"/>
              </a:ext>
            </a:extLst>
          </p:cNvPr>
          <p:cNvSpPr txBox="1"/>
          <p:nvPr/>
        </p:nvSpPr>
        <p:spPr>
          <a:xfrm>
            <a:off x="6666271" y="521110"/>
            <a:ext cx="552572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- name: Install packages on servers</a:t>
            </a:r>
          </a:p>
          <a:p>
            <a:r>
              <a:rPr lang="en-GB" dirty="0"/>
              <a:t>  hosts: all</a:t>
            </a:r>
          </a:p>
          <a:p>
            <a:r>
              <a:rPr lang="en-GB" dirty="0"/>
              <a:t>  become: yes</a:t>
            </a:r>
          </a:p>
          <a:p>
            <a:endParaRPr lang="en-GB" dirty="0"/>
          </a:p>
          <a:p>
            <a:r>
              <a:rPr lang="en-GB" dirty="0"/>
              <a:t>  vars:</a:t>
            </a:r>
          </a:p>
          <a:p>
            <a:r>
              <a:rPr lang="en-GB" dirty="0"/>
              <a:t>    packages:</a:t>
            </a:r>
          </a:p>
          <a:p>
            <a:r>
              <a:rPr lang="en-GB" dirty="0"/>
              <a:t>      - name: vim</a:t>
            </a:r>
          </a:p>
          <a:p>
            <a:r>
              <a:rPr lang="en-GB" dirty="0"/>
              <a:t>        state: present</a:t>
            </a:r>
          </a:p>
          <a:p>
            <a:r>
              <a:rPr lang="en-GB" dirty="0"/>
              <a:t>      - name: git</a:t>
            </a:r>
          </a:p>
          <a:p>
            <a:r>
              <a:rPr lang="en-GB" dirty="0"/>
              <a:t>        state: present</a:t>
            </a:r>
          </a:p>
          <a:p>
            <a:r>
              <a:rPr lang="en-GB" dirty="0"/>
              <a:t>      - name: curl</a:t>
            </a:r>
          </a:p>
          <a:p>
            <a:r>
              <a:rPr lang="en-GB" dirty="0"/>
              <a:t>        state: absent</a:t>
            </a:r>
          </a:p>
          <a:p>
            <a:endParaRPr lang="en-GB" dirty="0"/>
          </a:p>
          <a:p>
            <a:r>
              <a:rPr lang="en-GB" dirty="0"/>
              <a:t>  tasks:</a:t>
            </a:r>
          </a:p>
          <a:p>
            <a:r>
              <a:rPr lang="en-GB" dirty="0"/>
              <a:t>    - name: Manage packages</a:t>
            </a:r>
          </a:p>
          <a:p>
            <a:r>
              <a:rPr lang="en-GB" dirty="0"/>
              <a:t>      apt:</a:t>
            </a:r>
          </a:p>
          <a:p>
            <a:r>
              <a:rPr lang="en-GB" dirty="0"/>
              <a:t>        name: "{{ item.name }}"</a:t>
            </a:r>
          </a:p>
          <a:p>
            <a:r>
              <a:rPr lang="en-GB" dirty="0"/>
              <a:t>        state: "{{ </a:t>
            </a:r>
            <a:r>
              <a:rPr lang="en-GB" dirty="0" err="1"/>
              <a:t>item.state</a:t>
            </a:r>
            <a:r>
              <a:rPr lang="en-GB" dirty="0"/>
              <a:t> }}"</a:t>
            </a:r>
          </a:p>
          <a:p>
            <a:r>
              <a:rPr lang="en-GB" dirty="0"/>
              <a:t>        </a:t>
            </a:r>
            <a:r>
              <a:rPr lang="en-GB" dirty="0" err="1"/>
              <a:t>update_cache</a:t>
            </a:r>
            <a:r>
              <a:rPr lang="en-GB" dirty="0"/>
              <a:t>: yes</a:t>
            </a:r>
          </a:p>
          <a:p>
            <a:r>
              <a:rPr lang="en-GB" dirty="0"/>
              <a:t>      loop: "{{ packages }}"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C7AA2A-7A02-93FD-9311-5A34A7A9A59B}"/>
              </a:ext>
            </a:extLst>
          </p:cNvPr>
          <p:cNvSpPr txBox="1"/>
          <p:nvPr/>
        </p:nvSpPr>
        <p:spPr>
          <a:xfrm>
            <a:off x="806246" y="521110"/>
            <a:ext cx="21041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Yaml</a:t>
            </a:r>
            <a:r>
              <a:rPr lang="en-GB" dirty="0"/>
              <a:t> code to install the packages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5ADC84-BC00-9A07-9710-0C60AA5193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63" y="1891198"/>
            <a:ext cx="4000847" cy="366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034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B626FA-4A1B-CED6-0F0C-D55181915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58364"/>
            <a:ext cx="12192000" cy="3541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791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94</Words>
  <Application>Microsoft Office PowerPoint</Application>
  <PresentationFormat>Widescreen</PresentationFormat>
  <Paragraphs>21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Navin Kumar</dc:creator>
  <cp:lastModifiedBy>Navin Kumar</cp:lastModifiedBy>
  <cp:revision>1</cp:revision>
  <dcterms:created xsi:type="dcterms:W3CDTF">2024-12-15T13:45:28Z</dcterms:created>
  <dcterms:modified xsi:type="dcterms:W3CDTF">2024-12-15T16:25:26Z</dcterms:modified>
</cp:coreProperties>
</file>