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43B4B-7A22-48B2-9C87-DB0BC1E20E1B}" v="7" dt="2024-12-19T18:38:20.208"/>
    <p1510:client id="{C0B26F7B-B3EC-473B-89C5-B5DDF04E74AF}" v="7" dt="2024-12-19T15:47:52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43643B4B-7A22-48B2-9C87-DB0BC1E20E1B}"/>
    <pc:docChg chg="custSel addSld delSld modSld sldOrd">
      <pc:chgData name="Navin Kumar" userId="4040edb968256b89" providerId="LiveId" clId="{43643B4B-7A22-48B2-9C87-DB0BC1E20E1B}" dt="2024-12-19T18:38:30.274" v="297" actId="14100"/>
      <pc:docMkLst>
        <pc:docMk/>
      </pc:docMkLst>
      <pc:sldChg chg="addSp delSp modSp mod">
        <pc:chgData name="Navin Kumar" userId="4040edb968256b89" providerId="LiveId" clId="{43643B4B-7A22-48B2-9C87-DB0BC1E20E1B}" dt="2024-12-19T16:09:23.419" v="89" actId="1076"/>
        <pc:sldMkLst>
          <pc:docMk/>
          <pc:sldMk cId="3002495726" sldId="256"/>
        </pc:sldMkLst>
        <pc:spChg chg="mod">
          <ac:chgData name="Navin Kumar" userId="4040edb968256b89" providerId="LiveId" clId="{43643B4B-7A22-48B2-9C87-DB0BC1E20E1B}" dt="2024-12-19T16:05:32.548" v="82" actId="1076"/>
          <ac:spMkLst>
            <pc:docMk/>
            <pc:sldMk cId="3002495726" sldId="256"/>
            <ac:spMk id="2" creationId="{C55F7776-DBAE-D8BF-204F-C2908810A73A}"/>
          </ac:spMkLst>
        </pc:spChg>
        <pc:spChg chg="del">
          <ac:chgData name="Navin Kumar" userId="4040edb968256b89" providerId="LiveId" clId="{43643B4B-7A22-48B2-9C87-DB0BC1E20E1B}" dt="2024-12-19T16:03:15.646" v="3" actId="478"/>
          <ac:spMkLst>
            <pc:docMk/>
            <pc:sldMk cId="3002495726" sldId="256"/>
            <ac:spMk id="3" creationId="{3AEF2E93-1C02-ACA4-AD94-B2FDA4CC45FC}"/>
          </ac:spMkLst>
        </pc:spChg>
        <pc:spChg chg="del">
          <ac:chgData name="Navin Kumar" userId="4040edb968256b89" providerId="LiveId" clId="{43643B4B-7A22-48B2-9C87-DB0BC1E20E1B}" dt="2024-12-19T16:03:17.258" v="4" actId="478"/>
          <ac:spMkLst>
            <pc:docMk/>
            <pc:sldMk cId="3002495726" sldId="256"/>
            <ac:spMk id="4" creationId="{FB72BE6F-A9DB-7E0D-BC59-85104928286F}"/>
          </ac:spMkLst>
        </pc:spChg>
        <pc:spChg chg="del">
          <ac:chgData name="Navin Kumar" userId="4040edb968256b89" providerId="LiveId" clId="{43643B4B-7A22-48B2-9C87-DB0BC1E20E1B}" dt="2024-12-19T16:03:19.129" v="5" actId="478"/>
          <ac:spMkLst>
            <pc:docMk/>
            <pc:sldMk cId="3002495726" sldId="256"/>
            <ac:spMk id="5" creationId="{AB2417EB-8DB2-39C0-3C36-0183EFC20283}"/>
          </ac:spMkLst>
        </pc:spChg>
        <pc:picChg chg="add mod">
          <ac:chgData name="Navin Kumar" userId="4040edb968256b89" providerId="LiveId" clId="{43643B4B-7A22-48B2-9C87-DB0BC1E20E1B}" dt="2024-12-19T16:09:20.342" v="88" actId="1076"/>
          <ac:picMkLst>
            <pc:docMk/>
            <pc:sldMk cId="3002495726" sldId="256"/>
            <ac:picMk id="7" creationId="{DE6FF40D-F4F6-1B59-0181-22673DF9A885}"/>
          </ac:picMkLst>
        </pc:picChg>
        <pc:picChg chg="add mod">
          <ac:chgData name="Navin Kumar" userId="4040edb968256b89" providerId="LiveId" clId="{43643B4B-7A22-48B2-9C87-DB0BC1E20E1B}" dt="2024-12-19T16:09:23.419" v="89" actId="1076"/>
          <ac:picMkLst>
            <pc:docMk/>
            <pc:sldMk cId="3002495726" sldId="256"/>
            <ac:picMk id="9" creationId="{C2C586EF-A7CF-1B56-06FA-B437F732AEC5}"/>
          </ac:picMkLst>
        </pc:picChg>
      </pc:sldChg>
      <pc:sldChg chg="addSp delSp modSp new mod">
        <pc:chgData name="Navin Kumar" userId="4040edb968256b89" providerId="LiveId" clId="{43643B4B-7A22-48B2-9C87-DB0BC1E20E1B}" dt="2024-12-19T16:15:18.840" v="189" actId="1076"/>
        <pc:sldMkLst>
          <pc:docMk/>
          <pc:sldMk cId="809520750" sldId="257"/>
        </pc:sldMkLst>
        <pc:spChg chg="add mod">
          <ac:chgData name="Navin Kumar" userId="4040edb968256b89" providerId="LiveId" clId="{43643B4B-7A22-48B2-9C87-DB0BC1E20E1B}" dt="2024-12-19T16:11:03.254" v="112" actId="1076"/>
          <ac:spMkLst>
            <pc:docMk/>
            <pc:sldMk cId="809520750" sldId="257"/>
            <ac:spMk id="2" creationId="{FE41AE8C-8F54-739D-8BD3-1A510722DFB0}"/>
          </ac:spMkLst>
        </pc:spChg>
        <pc:spChg chg="add mod">
          <ac:chgData name="Navin Kumar" userId="4040edb968256b89" providerId="LiveId" clId="{43643B4B-7A22-48B2-9C87-DB0BC1E20E1B}" dt="2024-12-19T16:14:24.427" v="188" actId="20577"/>
          <ac:spMkLst>
            <pc:docMk/>
            <pc:sldMk cId="809520750" sldId="257"/>
            <ac:spMk id="9" creationId="{3E760F09-C76A-3973-CFAC-DD8FA72ACDFB}"/>
          </ac:spMkLst>
        </pc:spChg>
        <pc:picChg chg="add del mod">
          <ac:chgData name="Navin Kumar" userId="4040edb968256b89" providerId="LiveId" clId="{43643B4B-7A22-48B2-9C87-DB0BC1E20E1B}" dt="2024-12-19T16:11:31.163" v="115" actId="478"/>
          <ac:picMkLst>
            <pc:docMk/>
            <pc:sldMk cId="809520750" sldId="257"/>
            <ac:picMk id="4" creationId="{8F988AF4-7693-8FFD-2C09-BF0605B1C6F7}"/>
          </ac:picMkLst>
        </pc:picChg>
        <pc:picChg chg="add mod">
          <ac:chgData name="Navin Kumar" userId="4040edb968256b89" providerId="LiveId" clId="{43643B4B-7A22-48B2-9C87-DB0BC1E20E1B}" dt="2024-12-19T16:11:35.600" v="117" actId="1076"/>
          <ac:picMkLst>
            <pc:docMk/>
            <pc:sldMk cId="809520750" sldId="257"/>
            <ac:picMk id="6" creationId="{069AAD8D-4279-6AA8-5179-CCAFF5B1AAEF}"/>
          </ac:picMkLst>
        </pc:picChg>
        <pc:picChg chg="add mod">
          <ac:chgData name="Navin Kumar" userId="4040edb968256b89" providerId="LiveId" clId="{43643B4B-7A22-48B2-9C87-DB0BC1E20E1B}" dt="2024-12-19T16:15:18.840" v="189" actId="1076"/>
          <ac:picMkLst>
            <pc:docMk/>
            <pc:sldMk cId="809520750" sldId="257"/>
            <ac:picMk id="8" creationId="{A18C7F9D-96CB-E176-4090-8C2A50419392}"/>
          </ac:picMkLst>
        </pc:picChg>
      </pc:sldChg>
      <pc:sldChg chg="del">
        <pc:chgData name="Navin Kumar" userId="4040edb968256b89" providerId="LiveId" clId="{43643B4B-7A22-48B2-9C87-DB0BC1E20E1B}" dt="2024-12-19T16:03:11.969" v="0" actId="47"/>
        <pc:sldMkLst>
          <pc:docMk/>
          <pc:sldMk cId="4280241157" sldId="257"/>
        </pc:sldMkLst>
      </pc:sldChg>
      <pc:sldChg chg="addSp modSp new mod">
        <pc:chgData name="Navin Kumar" userId="4040edb968256b89" providerId="LiveId" clId="{43643B4B-7A22-48B2-9C87-DB0BC1E20E1B}" dt="2024-12-19T16:26:50.098" v="204" actId="1076"/>
        <pc:sldMkLst>
          <pc:docMk/>
          <pc:sldMk cId="297257054" sldId="258"/>
        </pc:sldMkLst>
        <pc:spChg chg="add mod">
          <ac:chgData name="Navin Kumar" userId="4040edb968256b89" providerId="LiveId" clId="{43643B4B-7A22-48B2-9C87-DB0BC1E20E1B}" dt="2024-12-19T16:15:53.894" v="196" actId="113"/>
          <ac:spMkLst>
            <pc:docMk/>
            <pc:sldMk cId="297257054" sldId="258"/>
            <ac:spMk id="4" creationId="{2381F266-BA68-081C-94EB-2BA415F13F67}"/>
          </ac:spMkLst>
        </pc:spChg>
        <pc:spChg chg="add mod">
          <ac:chgData name="Navin Kumar" userId="4040edb968256b89" providerId="LiveId" clId="{43643B4B-7A22-48B2-9C87-DB0BC1E20E1B}" dt="2024-12-19T16:18:05.604" v="201" actId="1076"/>
          <ac:spMkLst>
            <pc:docMk/>
            <pc:sldMk cId="297257054" sldId="258"/>
            <ac:spMk id="8" creationId="{23FD5698-F44C-2977-691F-8326C27521A0}"/>
          </ac:spMkLst>
        </pc:spChg>
        <pc:picChg chg="add mod">
          <ac:chgData name="Navin Kumar" userId="4040edb968256b89" providerId="LiveId" clId="{43643B4B-7A22-48B2-9C87-DB0BC1E20E1B}" dt="2024-12-19T16:15:24.877" v="191" actId="1076"/>
          <ac:picMkLst>
            <pc:docMk/>
            <pc:sldMk cId="297257054" sldId="258"/>
            <ac:picMk id="3" creationId="{5C8EF4F2-AC98-BC09-8226-A63CFAA7710B}"/>
          </ac:picMkLst>
        </pc:picChg>
        <pc:picChg chg="add mod">
          <ac:chgData name="Navin Kumar" userId="4040edb968256b89" providerId="LiveId" clId="{43643B4B-7A22-48B2-9C87-DB0BC1E20E1B}" dt="2024-12-19T16:17:48.667" v="199" actId="1076"/>
          <ac:picMkLst>
            <pc:docMk/>
            <pc:sldMk cId="297257054" sldId="258"/>
            <ac:picMk id="6" creationId="{B87D5383-86BE-D42E-C6CB-1F7051BA61C8}"/>
          </ac:picMkLst>
        </pc:picChg>
        <pc:picChg chg="add mod">
          <ac:chgData name="Navin Kumar" userId="4040edb968256b89" providerId="LiveId" clId="{43643B4B-7A22-48B2-9C87-DB0BC1E20E1B}" dt="2024-12-19T16:26:50.098" v="204" actId="1076"/>
          <ac:picMkLst>
            <pc:docMk/>
            <pc:sldMk cId="297257054" sldId="258"/>
            <ac:picMk id="10" creationId="{C3E32C71-64C0-82AA-7D0F-AE75D6E51A47}"/>
          </ac:picMkLst>
        </pc:picChg>
      </pc:sldChg>
      <pc:sldChg chg="del">
        <pc:chgData name="Navin Kumar" userId="4040edb968256b89" providerId="LiveId" clId="{43643B4B-7A22-48B2-9C87-DB0BC1E20E1B}" dt="2024-12-19T16:03:12.480" v="1" actId="47"/>
        <pc:sldMkLst>
          <pc:docMk/>
          <pc:sldMk cId="1704475218" sldId="258"/>
        </pc:sldMkLst>
      </pc:sldChg>
      <pc:sldChg chg="del">
        <pc:chgData name="Navin Kumar" userId="4040edb968256b89" providerId="LiveId" clId="{43643B4B-7A22-48B2-9C87-DB0BC1E20E1B}" dt="2024-12-19T16:03:12.933" v="2" actId="47"/>
        <pc:sldMkLst>
          <pc:docMk/>
          <pc:sldMk cId="2823451979" sldId="259"/>
        </pc:sldMkLst>
      </pc:sldChg>
      <pc:sldChg chg="addSp modSp new mod ord">
        <pc:chgData name="Navin Kumar" userId="4040edb968256b89" providerId="LiveId" clId="{43643B4B-7A22-48B2-9C87-DB0BC1E20E1B}" dt="2024-12-19T18:38:30.274" v="297" actId="14100"/>
        <pc:sldMkLst>
          <pc:docMk/>
          <pc:sldMk cId="4259540081" sldId="259"/>
        </pc:sldMkLst>
        <pc:spChg chg="add mod">
          <ac:chgData name="Navin Kumar" userId="4040edb968256b89" providerId="LiveId" clId="{43643B4B-7A22-48B2-9C87-DB0BC1E20E1B}" dt="2024-12-19T18:38:30.274" v="297" actId="14100"/>
          <ac:spMkLst>
            <pc:docMk/>
            <pc:sldMk cId="4259540081" sldId="259"/>
            <ac:spMk id="4" creationId="{3FF9DB30-9D8F-259E-DE53-D9DCD5A25CA8}"/>
          </ac:spMkLst>
        </pc:spChg>
        <pc:picChg chg="add mod">
          <ac:chgData name="Navin Kumar" userId="4040edb968256b89" providerId="LiveId" clId="{43643B4B-7A22-48B2-9C87-DB0BC1E20E1B}" dt="2024-12-19T18:38:17.244" v="276" actId="1076"/>
          <ac:picMkLst>
            <pc:docMk/>
            <pc:sldMk cId="4259540081" sldId="259"/>
            <ac:picMk id="3" creationId="{C8BF8718-9880-3255-1D01-1A12EF770555}"/>
          </ac:picMkLst>
        </pc:picChg>
      </pc:sldChg>
      <pc:sldChg chg="addSp modSp new mod">
        <pc:chgData name="Navin Kumar" userId="4040edb968256b89" providerId="LiveId" clId="{43643B4B-7A22-48B2-9C87-DB0BC1E20E1B}" dt="2024-12-19T18:29:16.842" v="224" actId="14100"/>
        <pc:sldMkLst>
          <pc:docMk/>
          <pc:sldMk cId="3865222558" sldId="260"/>
        </pc:sldMkLst>
        <pc:spChg chg="add mod">
          <ac:chgData name="Navin Kumar" userId="4040edb968256b89" providerId="LiveId" clId="{43643B4B-7A22-48B2-9C87-DB0BC1E20E1B}" dt="2024-12-19T18:29:16.842" v="224" actId="14100"/>
          <ac:spMkLst>
            <pc:docMk/>
            <pc:sldMk cId="3865222558" sldId="260"/>
            <ac:spMk id="4" creationId="{880B3657-5A41-4200-6186-FA0F4BCDCB2C}"/>
          </ac:spMkLst>
        </pc:spChg>
        <pc:picChg chg="add mod">
          <ac:chgData name="Navin Kumar" userId="4040edb968256b89" providerId="LiveId" clId="{43643B4B-7A22-48B2-9C87-DB0BC1E20E1B}" dt="2024-12-19T18:28:47.679" v="210" actId="1076"/>
          <ac:picMkLst>
            <pc:docMk/>
            <pc:sldMk cId="3865222558" sldId="260"/>
            <ac:picMk id="3" creationId="{18171369-07D8-4887-276F-625FD9948FE0}"/>
          </ac:picMkLst>
        </pc:picChg>
      </pc:sldChg>
      <pc:sldChg chg="addSp modSp new mod">
        <pc:chgData name="Navin Kumar" userId="4040edb968256b89" providerId="LiveId" clId="{43643B4B-7A22-48B2-9C87-DB0BC1E20E1B}" dt="2024-12-19T18:34:11.223" v="256" actId="1076"/>
        <pc:sldMkLst>
          <pc:docMk/>
          <pc:sldMk cId="2620955471" sldId="261"/>
        </pc:sldMkLst>
        <pc:spChg chg="add mod">
          <ac:chgData name="Navin Kumar" userId="4040edb968256b89" providerId="LiveId" clId="{43643B4B-7A22-48B2-9C87-DB0BC1E20E1B}" dt="2024-12-19T18:32:58.047" v="255" actId="14100"/>
          <ac:spMkLst>
            <pc:docMk/>
            <pc:sldMk cId="2620955471" sldId="261"/>
            <ac:spMk id="4" creationId="{481F661E-8F26-AA76-C625-B0D231775F32}"/>
          </ac:spMkLst>
        </pc:spChg>
        <pc:picChg chg="add mod">
          <ac:chgData name="Navin Kumar" userId="4040edb968256b89" providerId="LiveId" clId="{43643B4B-7A22-48B2-9C87-DB0BC1E20E1B}" dt="2024-12-19T18:34:11.223" v="256" actId="1076"/>
          <ac:picMkLst>
            <pc:docMk/>
            <pc:sldMk cId="2620955471" sldId="261"/>
            <ac:picMk id="3" creationId="{BD4A2DD9-D1EC-A433-1C18-A9EBBF4106F2}"/>
          </ac:picMkLst>
        </pc:picChg>
      </pc:sldChg>
      <pc:sldChg chg="addSp modSp new mod">
        <pc:chgData name="Navin Kumar" userId="4040edb968256b89" providerId="LiveId" clId="{43643B4B-7A22-48B2-9C87-DB0BC1E20E1B}" dt="2024-12-19T18:34:50.459" v="260" actId="1076"/>
        <pc:sldMkLst>
          <pc:docMk/>
          <pc:sldMk cId="4218455085" sldId="262"/>
        </pc:sldMkLst>
        <pc:spChg chg="add mod">
          <ac:chgData name="Navin Kumar" userId="4040edb968256b89" providerId="LiveId" clId="{43643B4B-7A22-48B2-9C87-DB0BC1E20E1B}" dt="2024-12-19T18:34:50.459" v="260" actId="1076"/>
          <ac:spMkLst>
            <pc:docMk/>
            <pc:sldMk cId="4218455085" sldId="262"/>
            <ac:spMk id="5" creationId="{01B41B58-6B87-E10C-1F82-7A4CF31570E9}"/>
          </ac:spMkLst>
        </pc:spChg>
        <pc:picChg chg="add">
          <ac:chgData name="Navin Kumar" userId="4040edb968256b89" providerId="LiveId" clId="{43643B4B-7A22-48B2-9C87-DB0BC1E20E1B}" dt="2024-12-19T18:34:17.518" v="258" actId="22"/>
          <ac:picMkLst>
            <pc:docMk/>
            <pc:sldMk cId="4218455085" sldId="262"/>
            <ac:picMk id="3" creationId="{170E9E61-86D2-6192-05EF-79BAADE39156}"/>
          </ac:picMkLst>
        </pc:picChg>
      </pc:sldChg>
      <pc:sldChg chg="addSp delSp modSp new mod">
        <pc:chgData name="Navin Kumar" userId="4040edb968256b89" providerId="LiveId" clId="{43643B4B-7A22-48B2-9C87-DB0BC1E20E1B}" dt="2024-12-19T18:37:34.665" v="275" actId="1076"/>
        <pc:sldMkLst>
          <pc:docMk/>
          <pc:sldMk cId="2218706610" sldId="263"/>
        </pc:sldMkLst>
        <pc:spChg chg="add mod">
          <ac:chgData name="Navin Kumar" userId="4040edb968256b89" providerId="LiveId" clId="{43643B4B-7A22-48B2-9C87-DB0BC1E20E1B}" dt="2024-12-19T18:37:34.665" v="275" actId="1076"/>
          <ac:spMkLst>
            <pc:docMk/>
            <pc:sldMk cId="2218706610" sldId="263"/>
            <ac:spMk id="6" creationId="{E7D2247C-7E55-9780-5C84-4EC6A1DCA1A5}"/>
          </ac:spMkLst>
        </pc:spChg>
        <pc:picChg chg="add del mod">
          <ac:chgData name="Navin Kumar" userId="4040edb968256b89" providerId="LiveId" clId="{43643B4B-7A22-48B2-9C87-DB0BC1E20E1B}" dt="2024-12-19T18:37:10.103" v="264" actId="478"/>
          <ac:picMkLst>
            <pc:docMk/>
            <pc:sldMk cId="2218706610" sldId="263"/>
            <ac:picMk id="3" creationId="{DE64CB40-143D-EB88-8940-8BB1D044B057}"/>
          </ac:picMkLst>
        </pc:picChg>
        <pc:picChg chg="add">
          <ac:chgData name="Navin Kumar" userId="4040edb968256b89" providerId="LiveId" clId="{43643B4B-7A22-48B2-9C87-DB0BC1E20E1B}" dt="2024-12-19T18:37:11.664" v="265" actId="22"/>
          <ac:picMkLst>
            <pc:docMk/>
            <pc:sldMk cId="2218706610" sldId="263"/>
            <ac:picMk id="5" creationId="{FF8B2563-9611-8BE3-1F8F-3586DD46E508}"/>
          </ac:picMkLst>
        </pc:picChg>
      </pc:sldChg>
    </pc:docChg>
  </pc:docChgLst>
  <pc:docChgLst>
    <pc:chgData name="Navin Kumar" userId="4040edb968256b89" providerId="LiveId" clId="{C0B26F7B-B3EC-473B-89C5-B5DDF04E74AF}"/>
    <pc:docChg chg="custSel addSld modSld">
      <pc:chgData name="Navin Kumar" userId="4040edb968256b89" providerId="LiveId" clId="{C0B26F7B-B3EC-473B-89C5-B5DDF04E74AF}" dt="2024-12-19T15:48:24.580" v="344" actId="1076"/>
      <pc:docMkLst>
        <pc:docMk/>
      </pc:docMkLst>
      <pc:sldChg chg="addSp modSp new mod">
        <pc:chgData name="Navin Kumar" userId="4040edb968256b89" providerId="LiveId" clId="{C0B26F7B-B3EC-473B-89C5-B5DDF04E74AF}" dt="2024-12-19T15:32:03.748" v="196" actId="1076"/>
        <pc:sldMkLst>
          <pc:docMk/>
          <pc:sldMk cId="3002495726" sldId="256"/>
        </pc:sldMkLst>
        <pc:spChg chg="add mod">
          <ac:chgData name="Navin Kumar" userId="4040edb968256b89" providerId="LiveId" clId="{C0B26F7B-B3EC-473B-89C5-B5DDF04E74AF}" dt="2024-12-19T15:30:30.572" v="157" actId="1076"/>
          <ac:spMkLst>
            <pc:docMk/>
            <pc:sldMk cId="3002495726" sldId="256"/>
            <ac:spMk id="2" creationId="{C55F7776-DBAE-D8BF-204F-C2908810A73A}"/>
          </ac:spMkLst>
        </pc:spChg>
        <pc:spChg chg="add mod">
          <ac:chgData name="Navin Kumar" userId="4040edb968256b89" providerId="LiveId" clId="{C0B26F7B-B3EC-473B-89C5-B5DDF04E74AF}" dt="2024-12-19T15:32:03.748" v="196" actId="1076"/>
          <ac:spMkLst>
            <pc:docMk/>
            <pc:sldMk cId="3002495726" sldId="256"/>
            <ac:spMk id="3" creationId="{3AEF2E93-1C02-ACA4-AD94-B2FDA4CC45FC}"/>
          </ac:spMkLst>
        </pc:spChg>
        <pc:spChg chg="add mod">
          <ac:chgData name="Navin Kumar" userId="4040edb968256b89" providerId="LiveId" clId="{C0B26F7B-B3EC-473B-89C5-B5DDF04E74AF}" dt="2024-12-19T15:32:01.755" v="195" actId="1076"/>
          <ac:spMkLst>
            <pc:docMk/>
            <pc:sldMk cId="3002495726" sldId="256"/>
            <ac:spMk id="4" creationId="{FB72BE6F-A9DB-7E0D-BC59-85104928286F}"/>
          </ac:spMkLst>
        </pc:spChg>
        <pc:spChg chg="add mod">
          <ac:chgData name="Navin Kumar" userId="4040edb968256b89" providerId="LiveId" clId="{C0B26F7B-B3EC-473B-89C5-B5DDF04E74AF}" dt="2024-12-19T15:31:57.914" v="194" actId="20577"/>
          <ac:spMkLst>
            <pc:docMk/>
            <pc:sldMk cId="3002495726" sldId="256"/>
            <ac:spMk id="5" creationId="{AB2417EB-8DB2-39C0-3C36-0183EFC20283}"/>
          </ac:spMkLst>
        </pc:spChg>
      </pc:sldChg>
      <pc:sldChg chg="addSp modSp new mod">
        <pc:chgData name="Navin Kumar" userId="4040edb968256b89" providerId="LiveId" clId="{C0B26F7B-B3EC-473B-89C5-B5DDF04E74AF}" dt="2024-12-19T15:38:25.616" v="272" actId="14100"/>
        <pc:sldMkLst>
          <pc:docMk/>
          <pc:sldMk cId="4280241157" sldId="257"/>
        </pc:sldMkLst>
        <pc:spChg chg="add mod">
          <ac:chgData name="Navin Kumar" userId="4040edb968256b89" providerId="LiveId" clId="{C0B26F7B-B3EC-473B-89C5-B5DDF04E74AF}" dt="2024-12-19T15:38:25.616" v="272" actId="14100"/>
          <ac:spMkLst>
            <pc:docMk/>
            <pc:sldMk cId="4280241157" sldId="257"/>
            <ac:spMk id="4" creationId="{40A3B87A-F09C-F65E-7048-AA35DF84C793}"/>
          </ac:spMkLst>
        </pc:spChg>
        <pc:picChg chg="add">
          <ac:chgData name="Navin Kumar" userId="4040edb968256b89" providerId="LiveId" clId="{C0B26F7B-B3EC-473B-89C5-B5DDF04E74AF}" dt="2024-12-19T15:33:10.467" v="197" actId="22"/>
          <ac:picMkLst>
            <pc:docMk/>
            <pc:sldMk cId="4280241157" sldId="257"/>
            <ac:picMk id="3" creationId="{75DE88D0-AE26-8D9E-43CB-3550E20F4275}"/>
          </ac:picMkLst>
        </pc:picChg>
      </pc:sldChg>
      <pc:sldChg chg="addSp modSp new mod">
        <pc:chgData name="Navin Kumar" userId="4040edb968256b89" providerId="LiveId" clId="{C0B26F7B-B3EC-473B-89C5-B5DDF04E74AF}" dt="2024-12-19T15:41:52.006" v="277" actId="1076"/>
        <pc:sldMkLst>
          <pc:docMk/>
          <pc:sldMk cId="1704475218" sldId="258"/>
        </pc:sldMkLst>
        <pc:spChg chg="add mod">
          <ac:chgData name="Navin Kumar" userId="4040edb968256b89" providerId="LiveId" clId="{C0B26F7B-B3EC-473B-89C5-B5DDF04E74AF}" dt="2024-12-19T15:40:15.840" v="274"/>
          <ac:spMkLst>
            <pc:docMk/>
            <pc:sldMk cId="1704475218" sldId="258"/>
            <ac:spMk id="2" creationId="{04304066-9D08-BD8D-275E-A7EC09A7E8C3}"/>
          </ac:spMkLst>
        </pc:spChg>
        <pc:picChg chg="add mod">
          <ac:chgData name="Navin Kumar" userId="4040edb968256b89" providerId="LiveId" clId="{C0B26F7B-B3EC-473B-89C5-B5DDF04E74AF}" dt="2024-12-19T15:41:52.006" v="277" actId="1076"/>
          <ac:picMkLst>
            <pc:docMk/>
            <pc:sldMk cId="1704475218" sldId="258"/>
            <ac:picMk id="4" creationId="{44EB7E89-BB5B-3CDB-E6EF-9F45AB10302A}"/>
          </ac:picMkLst>
        </pc:picChg>
      </pc:sldChg>
      <pc:sldChg chg="addSp modSp new mod">
        <pc:chgData name="Navin Kumar" userId="4040edb968256b89" providerId="LiveId" clId="{C0B26F7B-B3EC-473B-89C5-B5DDF04E74AF}" dt="2024-12-19T15:48:24.580" v="344" actId="1076"/>
        <pc:sldMkLst>
          <pc:docMk/>
          <pc:sldMk cId="2823451979" sldId="259"/>
        </pc:sldMkLst>
        <pc:spChg chg="add mod">
          <ac:chgData name="Navin Kumar" userId="4040edb968256b89" providerId="LiveId" clId="{C0B26F7B-B3EC-473B-89C5-B5DDF04E74AF}" dt="2024-12-19T15:48:18.772" v="343" actId="1076"/>
          <ac:spMkLst>
            <pc:docMk/>
            <pc:sldMk cId="2823451979" sldId="259"/>
            <ac:spMk id="4" creationId="{49673FBC-851E-2F4E-C93F-D9EFB9B06F80}"/>
          </ac:spMkLst>
        </pc:spChg>
        <pc:picChg chg="add mod">
          <ac:chgData name="Navin Kumar" userId="4040edb968256b89" providerId="LiveId" clId="{C0B26F7B-B3EC-473B-89C5-B5DDF04E74AF}" dt="2024-12-19T15:48:24.580" v="344" actId="1076"/>
          <ac:picMkLst>
            <pc:docMk/>
            <pc:sldMk cId="2823451979" sldId="259"/>
            <ac:picMk id="3" creationId="{F2293498-7B3C-78E2-1B01-A773AE3B24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0E4D-813D-FC71-0647-515BAF59E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9E0AA-DE6B-2DC9-7C07-4E69A2B2C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A4723-F7AA-3F08-D752-1B2812B8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F4195-B9E0-9245-9CDE-88B041587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9C31F-3B0E-D724-750B-6CFD2F56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01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C187-D515-4C06-CD2F-E4EA7A20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8FBA-2C61-E337-5DE6-54ED304AE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0C8A-F83B-6DF3-BAF7-8E9EC9382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0051E-573E-9094-ABDE-500F8415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1642-AC45-1B97-80B6-E6383297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4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3249-6A00-F410-A3BB-D8CC9470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E74E0-6A0C-7C03-6C5E-A2F71754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53C68-5021-2BFF-A840-148D7AA7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F291-3603-6B83-E59A-167E85BE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7F443-E12B-02F0-D74F-3542F0BC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57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B289-D93B-0B6A-00C0-AD071110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6E4E-F779-29AD-DE8B-D7DBF8ACC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12470-B17B-7972-0A95-C98A2A0D6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C4F91-0830-B025-CCDE-792AE752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658B9-A445-6415-CAD3-496976B0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204E-454C-1993-5899-B6C23397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5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2BBB-BFCB-C1BB-D22E-551E0CD0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3BA11-94E2-DE0E-1BFE-FAEED7F13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8DCF1-1647-D8E9-516B-6C9F8A9A4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8AD70-7489-A54D-0CDC-8135FC953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7CFB7-8547-BF27-51E8-A1537A5F1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80BD-0AE7-3BE5-B19D-E05173BB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B7E4A-4A37-4F02-59CA-9B793DCB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C22D6-3EFA-A508-3AE5-FF4F7C29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9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5A40-8533-CDDE-DAF7-69408E65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95569-C2AA-04C6-F833-B8673CDF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12A61-0E2A-A63C-6E0C-2CC77D8D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23640-CBE7-B494-2D6D-88D1A691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17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4D4A7-33DF-E993-740D-6E1EF518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A7EAF-656D-C7AC-C36E-BA4E6AA4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94012-C770-F37C-53E4-84ED2BA4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58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B0BB-34DC-8D7C-969C-AE2A6D77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8CAA-B5FD-0471-2E3F-A163ADBE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EBC2D-CF23-7862-F893-0F7E85577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15E55-ECC2-9899-3F9A-2DE7C858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6BE22-239F-9D3B-9431-90BACE83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AD503-B663-CB6F-02FC-32E4F4A7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13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6530-4CFD-0AF9-F7A0-3670536A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7765D-345B-153C-22EB-3562A13B3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777CE-4538-A551-CC1D-02A86AF33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FE4A-705D-0AD1-A911-A92ABD11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4CB81-DA16-5673-6B5D-76123F13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34F3A-2AEA-000C-E3CB-4ED5BEB1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3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BEFD-2C0B-BCBC-BDA2-469CB6C2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5A198-6B0E-46FB-EDB1-5FAEC49D3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4000-40A9-C5DD-A4E2-9AC2102D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15EA5-1B58-3AF3-4D55-A9220B10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713C-0C0C-6B2F-C685-E67736F0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29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4FFB6-D5E0-6796-D832-7FD237E8E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7C3BD-5806-80E6-117A-AC5A16A6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869F4-3406-2AFB-E53C-557AEC3E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2B84-0638-55B0-CCBF-6EE12FF3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9DC58-789E-24A4-3962-E0AA6C2F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54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89302-AB3E-E180-EE01-193D750D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8E900-D903-86A7-0B0F-076FF78A6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0821-237F-3FB5-C7D8-4EDC000FB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C117E-0A08-AD19-4396-7BB2F480A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977E-DDBB-A49A-2371-E35EF3754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80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F7776-DBAE-D8BF-204F-C2908810A73A}"/>
              </a:ext>
            </a:extLst>
          </p:cNvPr>
          <p:cNvSpPr txBox="1"/>
          <p:nvPr/>
        </p:nvSpPr>
        <p:spPr>
          <a:xfrm>
            <a:off x="2117668" y="546146"/>
            <a:ext cx="6631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Deploying a Multi-Tier guestbook App with Redis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FF40D-F4F6-1B59-0181-22673DF9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16" y="1397552"/>
            <a:ext cx="11049420" cy="649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586EF-A7CF-1B56-06FA-B437F732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7954"/>
            <a:ext cx="12060333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9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1AE8C-8F54-739D-8BD3-1A510722DFB0}"/>
              </a:ext>
            </a:extLst>
          </p:cNvPr>
          <p:cNvSpPr txBox="1"/>
          <p:nvPr/>
        </p:nvSpPr>
        <p:spPr>
          <a:xfrm>
            <a:off x="893618" y="405246"/>
            <a:ext cx="441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view the logs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9AAD8D-4279-6AA8-5179-CCAFF5B1A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2" y="1264544"/>
            <a:ext cx="11145805" cy="16480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8C7F9D-96CB-E176-4090-8C2A5041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18" y="4130289"/>
            <a:ext cx="5509737" cy="1463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760F09-C76A-3973-CFAC-DD8FA72ACDFB}"/>
              </a:ext>
            </a:extLst>
          </p:cNvPr>
          <p:cNvSpPr txBox="1"/>
          <p:nvPr/>
        </p:nvSpPr>
        <p:spPr>
          <a:xfrm>
            <a:off x="1046018" y="3633355"/>
            <a:ext cx="4416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view the  service list </a:t>
            </a:r>
          </a:p>
        </p:txBody>
      </p:sp>
    </p:spTree>
    <p:extLst>
      <p:ext uri="{BB962C8B-B14F-4D97-AF65-F5344CB8AC3E}">
        <p14:creationId xmlns:p14="http://schemas.microsoft.com/office/powerpoint/2010/main" val="80952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EF4F2-AC98-BC09-8226-A63CFAA77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68" y="1383409"/>
            <a:ext cx="9640135" cy="510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1F266-BA68-081C-94EB-2BA415F13F67}"/>
              </a:ext>
            </a:extLst>
          </p:cNvPr>
          <p:cNvSpPr txBox="1"/>
          <p:nvPr/>
        </p:nvSpPr>
        <p:spPr>
          <a:xfrm>
            <a:off x="1183907" y="375385"/>
            <a:ext cx="4597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effectLst/>
              </a:rPr>
              <a:t> Create the Redis Follower Deployment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D5383-86BE-D42E-C6CB-1F7051BA6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1" y="3213693"/>
            <a:ext cx="4846740" cy="9678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FD5698-F44C-2977-691F-8326C27521A0}"/>
              </a:ext>
            </a:extLst>
          </p:cNvPr>
          <p:cNvSpPr txBox="1"/>
          <p:nvPr/>
        </p:nvSpPr>
        <p:spPr>
          <a:xfrm>
            <a:off x="915202" y="260856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You’ll see two follower pods plus your existing leader: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32C71-64C0-82AA-7D0F-AE75D6E51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35" y="5223109"/>
            <a:ext cx="9342930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71369-07D8-4887-276F-625FD9948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75" y="1935350"/>
            <a:ext cx="11545300" cy="2987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B3657-5A41-4200-6186-FA0F4BCDCB2C}"/>
              </a:ext>
            </a:extLst>
          </p:cNvPr>
          <p:cNvSpPr txBox="1"/>
          <p:nvPr/>
        </p:nvSpPr>
        <p:spPr>
          <a:xfrm>
            <a:off x="2619375" y="457200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Step 4 and 5</a:t>
            </a:r>
          </a:p>
        </p:txBody>
      </p:sp>
    </p:spTree>
    <p:extLst>
      <p:ext uri="{BB962C8B-B14F-4D97-AF65-F5344CB8AC3E}">
        <p14:creationId xmlns:p14="http://schemas.microsoft.com/office/powerpoint/2010/main" val="386522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BF8718-9880-3255-1D01-1A12EF77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03" y="1817222"/>
            <a:ext cx="4884843" cy="3414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9DB30-9D8F-259E-DE53-D9DCD5A25CA8}"/>
              </a:ext>
            </a:extLst>
          </p:cNvPr>
          <p:cNvSpPr txBox="1"/>
          <p:nvPr/>
        </p:nvSpPr>
        <p:spPr>
          <a:xfrm>
            <a:off x="2838450" y="828675"/>
            <a:ext cx="219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Guest book output</a:t>
            </a:r>
          </a:p>
        </p:txBody>
      </p:sp>
    </p:spTree>
    <p:extLst>
      <p:ext uri="{BB962C8B-B14F-4D97-AF65-F5344CB8AC3E}">
        <p14:creationId xmlns:p14="http://schemas.microsoft.com/office/powerpoint/2010/main" val="425954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A2DD9-D1EC-A433-1C18-A9EBBF41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83" y="1859173"/>
            <a:ext cx="9381033" cy="2453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1F661E-8F26-AA76-C625-B0D231775F32}"/>
              </a:ext>
            </a:extLst>
          </p:cNvPr>
          <p:cNvSpPr txBox="1"/>
          <p:nvPr/>
        </p:nvSpPr>
        <p:spPr>
          <a:xfrm>
            <a:off x="2190750" y="676275"/>
            <a:ext cx="273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Step 6 : scaling front end</a:t>
            </a:r>
          </a:p>
        </p:txBody>
      </p:sp>
    </p:spTree>
    <p:extLst>
      <p:ext uri="{BB962C8B-B14F-4D97-AF65-F5344CB8AC3E}">
        <p14:creationId xmlns:p14="http://schemas.microsoft.com/office/powerpoint/2010/main" val="262095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E9E61-86D2-6192-05EF-79BAADE39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28" y="2491659"/>
            <a:ext cx="9495343" cy="1874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B41B58-6B87-E10C-1F82-7A4CF31570E9}"/>
              </a:ext>
            </a:extLst>
          </p:cNvPr>
          <p:cNvSpPr txBox="1"/>
          <p:nvPr/>
        </p:nvSpPr>
        <p:spPr>
          <a:xfrm>
            <a:off x="2800350" y="1367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kubectl</a:t>
            </a:r>
            <a:r>
              <a:rPr lang="en-GB" dirty="0"/>
              <a:t> scale deployment frontend --replicas=2</a:t>
            </a:r>
          </a:p>
        </p:txBody>
      </p:sp>
    </p:spTree>
    <p:extLst>
      <p:ext uri="{BB962C8B-B14F-4D97-AF65-F5344CB8AC3E}">
        <p14:creationId xmlns:p14="http://schemas.microsoft.com/office/powerpoint/2010/main" val="421845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8B2563-9611-8BE3-1F8F-3586DD46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61" y="2430693"/>
            <a:ext cx="8512278" cy="1996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2247C-7E55-9780-5C84-4EC6A1DCA1A5}"/>
              </a:ext>
            </a:extLst>
          </p:cNvPr>
          <p:cNvSpPr txBox="1"/>
          <p:nvPr/>
        </p:nvSpPr>
        <p:spPr>
          <a:xfrm>
            <a:off x="4429125" y="1491734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Cleanup</a:t>
            </a:r>
          </a:p>
        </p:txBody>
      </p:sp>
    </p:spTree>
    <p:extLst>
      <p:ext uri="{BB962C8B-B14F-4D97-AF65-F5344CB8AC3E}">
        <p14:creationId xmlns:p14="http://schemas.microsoft.com/office/powerpoint/2010/main" val="221870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54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2024-12-19T15:23:12Z</dcterms:created>
  <dcterms:modified xsi:type="dcterms:W3CDTF">2024-12-19T18:38:31Z</dcterms:modified>
</cp:coreProperties>
</file>