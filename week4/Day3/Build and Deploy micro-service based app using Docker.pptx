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6AC798-BFAD-440A-B566-74CC7ED10677}" v="24" dt="2024-12-27T00:05:19.8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in Kumar" userId="4040edb968256b89" providerId="LiveId" clId="{1C6AC798-BFAD-440A-B566-74CC7ED10677}"/>
    <pc:docChg chg="undo custSel addSld modSld">
      <pc:chgData name="Navin Kumar" userId="4040edb968256b89" providerId="LiveId" clId="{1C6AC798-BFAD-440A-B566-74CC7ED10677}" dt="2024-12-27T00:09:41.142" v="737" actId="1076"/>
      <pc:docMkLst>
        <pc:docMk/>
      </pc:docMkLst>
      <pc:sldChg chg="addSp delSp modSp new mod">
        <pc:chgData name="Navin Kumar" userId="4040edb968256b89" providerId="LiveId" clId="{1C6AC798-BFAD-440A-B566-74CC7ED10677}" dt="2024-12-26T22:20:28.982" v="197" actId="1076"/>
        <pc:sldMkLst>
          <pc:docMk/>
          <pc:sldMk cId="2999611140" sldId="256"/>
        </pc:sldMkLst>
        <pc:spChg chg="add mod">
          <ac:chgData name="Navin Kumar" userId="4040edb968256b89" providerId="LiveId" clId="{1C6AC798-BFAD-440A-B566-74CC7ED10677}" dt="2024-12-26T22:20:28.982" v="197" actId="1076"/>
          <ac:spMkLst>
            <pc:docMk/>
            <pc:sldMk cId="2999611140" sldId="256"/>
            <ac:spMk id="2" creationId="{1965F00C-8BFA-BDAB-2CAF-B1190E8E0B60}"/>
          </ac:spMkLst>
        </pc:spChg>
        <pc:picChg chg="add del mod">
          <ac:chgData name="Navin Kumar" userId="4040edb968256b89" providerId="LiveId" clId="{1C6AC798-BFAD-440A-B566-74CC7ED10677}" dt="2024-12-26T22:15:46.722" v="107" actId="478"/>
          <ac:picMkLst>
            <pc:docMk/>
            <pc:sldMk cId="2999611140" sldId="256"/>
            <ac:picMk id="4" creationId="{BFAD4F58-FD7F-0609-7EAD-331F281F07CB}"/>
          </ac:picMkLst>
        </pc:picChg>
        <pc:picChg chg="add del mod">
          <ac:chgData name="Navin Kumar" userId="4040edb968256b89" providerId="LiveId" clId="{1C6AC798-BFAD-440A-B566-74CC7ED10677}" dt="2024-12-26T22:15:48.614" v="108" actId="478"/>
          <ac:picMkLst>
            <pc:docMk/>
            <pc:sldMk cId="2999611140" sldId="256"/>
            <ac:picMk id="6" creationId="{D441C3AA-C7AB-FBE0-5EAD-5988780C96D3}"/>
          </ac:picMkLst>
        </pc:picChg>
        <pc:picChg chg="add mod">
          <ac:chgData name="Navin Kumar" userId="4040edb968256b89" providerId="LiveId" clId="{1C6AC798-BFAD-440A-B566-74CC7ED10677}" dt="2024-12-26T22:20:12.282" v="183" actId="1076"/>
          <ac:picMkLst>
            <pc:docMk/>
            <pc:sldMk cId="2999611140" sldId="256"/>
            <ac:picMk id="8" creationId="{113C36D2-CE15-1DAF-F363-26858783A487}"/>
          </ac:picMkLst>
        </pc:picChg>
        <pc:picChg chg="add mod">
          <ac:chgData name="Navin Kumar" userId="4040edb968256b89" providerId="LiveId" clId="{1C6AC798-BFAD-440A-B566-74CC7ED10677}" dt="2024-12-26T22:20:12.282" v="183" actId="1076"/>
          <ac:picMkLst>
            <pc:docMk/>
            <pc:sldMk cId="2999611140" sldId="256"/>
            <ac:picMk id="10" creationId="{5E5DB589-192E-1C45-B2FA-FD07A7C82757}"/>
          </ac:picMkLst>
        </pc:picChg>
      </pc:sldChg>
      <pc:sldChg chg="addSp modSp new mod">
        <pc:chgData name="Navin Kumar" userId="4040edb968256b89" providerId="LiveId" clId="{1C6AC798-BFAD-440A-B566-74CC7ED10677}" dt="2024-12-26T22:10:36.411" v="105" actId="1076"/>
        <pc:sldMkLst>
          <pc:docMk/>
          <pc:sldMk cId="175735719" sldId="257"/>
        </pc:sldMkLst>
        <pc:spChg chg="add mod">
          <ac:chgData name="Navin Kumar" userId="4040edb968256b89" providerId="LiveId" clId="{1C6AC798-BFAD-440A-B566-74CC7ED10677}" dt="2024-12-26T22:10:36.411" v="105" actId="1076"/>
          <ac:spMkLst>
            <pc:docMk/>
            <pc:sldMk cId="175735719" sldId="257"/>
            <ac:spMk id="4" creationId="{3F73B3D6-DF9C-2CD1-C368-6715ABB35C56}"/>
          </ac:spMkLst>
        </pc:spChg>
        <pc:picChg chg="add mod">
          <ac:chgData name="Navin Kumar" userId="4040edb968256b89" providerId="LiveId" clId="{1C6AC798-BFAD-440A-B566-74CC7ED10677}" dt="2024-12-26T22:10:33.635" v="104" actId="1076"/>
          <ac:picMkLst>
            <pc:docMk/>
            <pc:sldMk cId="175735719" sldId="257"/>
            <ac:picMk id="3" creationId="{521CFC9B-F441-7427-0A28-5CC40306F8D1}"/>
          </ac:picMkLst>
        </pc:picChg>
      </pc:sldChg>
      <pc:sldChg chg="addSp delSp modSp new mod">
        <pc:chgData name="Navin Kumar" userId="4040edb968256b89" providerId="LiveId" clId="{1C6AC798-BFAD-440A-B566-74CC7ED10677}" dt="2024-12-26T22:20:03.162" v="182" actId="14100"/>
        <pc:sldMkLst>
          <pc:docMk/>
          <pc:sldMk cId="2779832981" sldId="258"/>
        </pc:sldMkLst>
        <pc:spChg chg="add mod">
          <ac:chgData name="Navin Kumar" userId="4040edb968256b89" providerId="LiveId" clId="{1C6AC798-BFAD-440A-B566-74CC7ED10677}" dt="2024-12-26T22:20:03.162" v="182" actId="14100"/>
          <ac:spMkLst>
            <pc:docMk/>
            <pc:sldMk cId="2779832981" sldId="258"/>
            <ac:spMk id="2" creationId="{6AA270A1-7BED-FC25-B29D-51049CCD1A1A}"/>
          </ac:spMkLst>
        </pc:spChg>
        <pc:picChg chg="add del">
          <ac:chgData name="Navin Kumar" userId="4040edb968256b89" providerId="LiveId" clId="{1C6AC798-BFAD-440A-B566-74CC7ED10677}" dt="2024-12-26T22:17:38.607" v="161" actId="478"/>
          <ac:picMkLst>
            <pc:docMk/>
            <pc:sldMk cId="2779832981" sldId="258"/>
            <ac:picMk id="4" creationId="{8893DDFE-0602-1E87-7E73-C8CDE5917F37}"/>
          </ac:picMkLst>
        </pc:picChg>
        <pc:picChg chg="add mod">
          <ac:chgData name="Navin Kumar" userId="4040edb968256b89" providerId="LiveId" clId="{1C6AC798-BFAD-440A-B566-74CC7ED10677}" dt="2024-12-26T22:18:38.762" v="168" actId="1076"/>
          <ac:picMkLst>
            <pc:docMk/>
            <pc:sldMk cId="2779832981" sldId="258"/>
            <ac:picMk id="6" creationId="{41DB3740-F23A-3553-EC37-D30ABFF8ED16}"/>
          </ac:picMkLst>
        </pc:picChg>
        <pc:picChg chg="add mod">
          <ac:chgData name="Navin Kumar" userId="4040edb968256b89" providerId="LiveId" clId="{1C6AC798-BFAD-440A-B566-74CC7ED10677}" dt="2024-12-26T22:18:41.512" v="169" actId="1076"/>
          <ac:picMkLst>
            <pc:docMk/>
            <pc:sldMk cId="2779832981" sldId="258"/>
            <ac:picMk id="8" creationId="{ED27FACB-55FA-DCFA-0BEB-6D7D6F512185}"/>
          </ac:picMkLst>
        </pc:picChg>
      </pc:sldChg>
      <pc:sldChg chg="addSp delSp modSp new mod">
        <pc:chgData name="Navin Kumar" userId="4040edb968256b89" providerId="LiveId" clId="{1C6AC798-BFAD-440A-B566-74CC7ED10677}" dt="2024-12-26T22:34:37.582" v="267" actId="1076"/>
        <pc:sldMkLst>
          <pc:docMk/>
          <pc:sldMk cId="2123359469" sldId="259"/>
        </pc:sldMkLst>
        <pc:spChg chg="add mod">
          <ac:chgData name="Navin Kumar" userId="4040edb968256b89" providerId="LiveId" clId="{1C6AC798-BFAD-440A-B566-74CC7ED10677}" dt="2024-12-26T22:33:01.397" v="260" actId="20577"/>
          <ac:spMkLst>
            <pc:docMk/>
            <pc:sldMk cId="2123359469" sldId="259"/>
            <ac:spMk id="2" creationId="{CE01F46E-7232-EE42-B8AC-82B4B3E4AF2B}"/>
          </ac:spMkLst>
        </pc:spChg>
        <pc:spChg chg="add del">
          <ac:chgData name="Navin Kumar" userId="4040edb968256b89" providerId="LiveId" clId="{1C6AC798-BFAD-440A-B566-74CC7ED10677}" dt="2024-12-26T22:33:12.101" v="262" actId="478"/>
          <ac:spMkLst>
            <pc:docMk/>
            <pc:sldMk cId="2123359469" sldId="259"/>
            <ac:spMk id="8" creationId="{1841D344-7FF8-89B7-47A7-58B23638F3CD}"/>
          </ac:spMkLst>
        </pc:spChg>
        <pc:picChg chg="add del">
          <ac:chgData name="Navin Kumar" userId="4040edb968256b89" providerId="LiveId" clId="{1C6AC798-BFAD-440A-B566-74CC7ED10677}" dt="2024-12-26T22:23:57.044" v="222" actId="478"/>
          <ac:picMkLst>
            <pc:docMk/>
            <pc:sldMk cId="2123359469" sldId="259"/>
            <ac:picMk id="4" creationId="{A2AAEA15-0066-A8D9-6D5B-89ABD1BC50BC}"/>
          </ac:picMkLst>
        </pc:picChg>
        <pc:picChg chg="add del mod">
          <ac:chgData name="Navin Kumar" userId="4040edb968256b89" providerId="LiveId" clId="{1C6AC798-BFAD-440A-B566-74CC7ED10677}" dt="2024-12-26T22:33:07.377" v="261" actId="478"/>
          <ac:picMkLst>
            <pc:docMk/>
            <pc:sldMk cId="2123359469" sldId="259"/>
            <ac:picMk id="6" creationId="{4B5D70DE-D9FB-2A20-B283-5485831E2551}"/>
          </ac:picMkLst>
        </pc:picChg>
        <pc:picChg chg="add mod">
          <ac:chgData name="Navin Kumar" userId="4040edb968256b89" providerId="LiveId" clId="{1C6AC798-BFAD-440A-B566-74CC7ED10677}" dt="2024-12-26T22:34:07.643" v="264" actId="1076"/>
          <ac:picMkLst>
            <pc:docMk/>
            <pc:sldMk cId="2123359469" sldId="259"/>
            <ac:picMk id="10" creationId="{B410D4F0-110F-2872-44D7-0ADE5F809955}"/>
          </ac:picMkLst>
        </pc:picChg>
        <pc:picChg chg="add mod">
          <ac:chgData name="Navin Kumar" userId="4040edb968256b89" providerId="LiveId" clId="{1C6AC798-BFAD-440A-B566-74CC7ED10677}" dt="2024-12-26T22:34:37.582" v="267" actId="1076"/>
          <ac:picMkLst>
            <pc:docMk/>
            <pc:sldMk cId="2123359469" sldId="259"/>
            <ac:picMk id="12" creationId="{3A567379-DA82-AE2A-68CB-2676B7821FBB}"/>
          </ac:picMkLst>
        </pc:picChg>
      </pc:sldChg>
      <pc:sldChg chg="addSp delSp modSp add mod">
        <pc:chgData name="Navin Kumar" userId="4040edb968256b89" providerId="LiveId" clId="{1C6AC798-BFAD-440A-B566-74CC7ED10677}" dt="2024-12-26T22:39:03.709" v="339" actId="1076"/>
        <pc:sldMkLst>
          <pc:docMk/>
          <pc:sldMk cId="4207018008" sldId="260"/>
        </pc:sldMkLst>
        <pc:spChg chg="mod">
          <ac:chgData name="Navin Kumar" userId="4040edb968256b89" providerId="LiveId" clId="{1C6AC798-BFAD-440A-B566-74CC7ED10677}" dt="2024-12-26T22:37:47.121" v="333" actId="20577"/>
          <ac:spMkLst>
            <pc:docMk/>
            <pc:sldMk cId="4207018008" sldId="260"/>
            <ac:spMk id="2" creationId="{3D912549-020A-1B20-59B5-C93E489D9681}"/>
          </ac:spMkLst>
        </pc:spChg>
        <pc:picChg chg="add mod">
          <ac:chgData name="Navin Kumar" userId="4040edb968256b89" providerId="LiveId" clId="{1C6AC798-BFAD-440A-B566-74CC7ED10677}" dt="2024-12-26T22:38:22.195" v="337" actId="1076"/>
          <ac:picMkLst>
            <pc:docMk/>
            <pc:sldMk cId="4207018008" sldId="260"/>
            <ac:picMk id="4" creationId="{38C93235-56C6-C648-7A92-369917CD32EA}"/>
          </ac:picMkLst>
        </pc:picChg>
        <pc:picChg chg="add mod">
          <ac:chgData name="Navin Kumar" userId="4040edb968256b89" providerId="LiveId" clId="{1C6AC798-BFAD-440A-B566-74CC7ED10677}" dt="2024-12-26T22:39:03.709" v="339" actId="1076"/>
          <ac:picMkLst>
            <pc:docMk/>
            <pc:sldMk cId="4207018008" sldId="260"/>
            <ac:picMk id="6" creationId="{D2163E83-0E58-5AA2-9883-9842F19507B9}"/>
          </ac:picMkLst>
        </pc:picChg>
        <pc:picChg chg="del">
          <ac:chgData name="Navin Kumar" userId="4040edb968256b89" providerId="LiveId" clId="{1C6AC798-BFAD-440A-B566-74CC7ED10677}" dt="2024-12-26T22:37:49.405" v="334" actId="478"/>
          <ac:picMkLst>
            <pc:docMk/>
            <pc:sldMk cId="4207018008" sldId="260"/>
            <ac:picMk id="10" creationId="{23E3AB21-8AC9-A0A4-AE20-23091BF5D6AD}"/>
          </ac:picMkLst>
        </pc:picChg>
        <pc:picChg chg="del">
          <ac:chgData name="Navin Kumar" userId="4040edb968256b89" providerId="LiveId" clId="{1C6AC798-BFAD-440A-B566-74CC7ED10677}" dt="2024-12-26T22:37:50.006" v="335" actId="478"/>
          <ac:picMkLst>
            <pc:docMk/>
            <pc:sldMk cId="4207018008" sldId="260"/>
            <ac:picMk id="12" creationId="{AD7308EF-543F-F33A-31F2-47B03A0AE2E7}"/>
          </ac:picMkLst>
        </pc:picChg>
      </pc:sldChg>
      <pc:sldChg chg="addSp modSp new mod">
        <pc:chgData name="Navin Kumar" userId="4040edb968256b89" providerId="LiveId" clId="{1C6AC798-BFAD-440A-B566-74CC7ED10677}" dt="2024-12-26T22:54:27.606" v="416" actId="1076"/>
        <pc:sldMkLst>
          <pc:docMk/>
          <pc:sldMk cId="2959316218" sldId="261"/>
        </pc:sldMkLst>
        <pc:spChg chg="add mod">
          <ac:chgData name="Navin Kumar" userId="4040edb968256b89" providerId="LiveId" clId="{1C6AC798-BFAD-440A-B566-74CC7ED10677}" dt="2024-12-26T22:54:01.421" v="413" actId="6549"/>
          <ac:spMkLst>
            <pc:docMk/>
            <pc:sldMk cId="2959316218" sldId="261"/>
            <ac:spMk id="4" creationId="{A9625A97-CE62-233E-695A-077C0CD399F9}"/>
          </ac:spMkLst>
        </pc:spChg>
        <pc:picChg chg="add mod">
          <ac:chgData name="Navin Kumar" userId="4040edb968256b89" providerId="LiveId" clId="{1C6AC798-BFAD-440A-B566-74CC7ED10677}" dt="2024-12-26T22:54:05.499" v="414" actId="1076"/>
          <ac:picMkLst>
            <pc:docMk/>
            <pc:sldMk cId="2959316218" sldId="261"/>
            <ac:picMk id="3" creationId="{D2C3B527-ACFF-A6D7-D642-AE74F0FE5111}"/>
          </ac:picMkLst>
        </pc:picChg>
        <pc:picChg chg="add mod">
          <ac:chgData name="Navin Kumar" userId="4040edb968256b89" providerId="LiveId" clId="{1C6AC798-BFAD-440A-B566-74CC7ED10677}" dt="2024-12-26T22:54:27.606" v="416" actId="1076"/>
          <ac:picMkLst>
            <pc:docMk/>
            <pc:sldMk cId="2959316218" sldId="261"/>
            <ac:picMk id="6" creationId="{DF425147-3621-CBC4-BA6C-472214D0A8A1}"/>
          </ac:picMkLst>
        </pc:picChg>
      </pc:sldChg>
      <pc:sldChg chg="addSp modSp new mod">
        <pc:chgData name="Navin Kumar" userId="4040edb968256b89" providerId="LiveId" clId="{1C6AC798-BFAD-440A-B566-74CC7ED10677}" dt="2024-12-26T22:58:40.888" v="441" actId="20577"/>
        <pc:sldMkLst>
          <pc:docMk/>
          <pc:sldMk cId="3540070994" sldId="262"/>
        </pc:sldMkLst>
        <pc:spChg chg="add mod">
          <ac:chgData name="Navin Kumar" userId="4040edb968256b89" providerId="LiveId" clId="{1C6AC798-BFAD-440A-B566-74CC7ED10677}" dt="2024-12-26T22:58:40.888" v="441" actId="20577"/>
          <ac:spMkLst>
            <pc:docMk/>
            <pc:sldMk cId="3540070994" sldId="262"/>
            <ac:spMk id="6" creationId="{D6E3F861-4F11-6E85-1FA7-A9A585E28EB3}"/>
          </ac:spMkLst>
        </pc:spChg>
        <pc:picChg chg="add mod">
          <ac:chgData name="Navin Kumar" userId="4040edb968256b89" providerId="LiveId" clId="{1C6AC798-BFAD-440A-B566-74CC7ED10677}" dt="2024-12-26T22:57:25.725" v="418" actId="1076"/>
          <ac:picMkLst>
            <pc:docMk/>
            <pc:sldMk cId="3540070994" sldId="262"/>
            <ac:picMk id="3" creationId="{CB077043-07CC-4D02-0E5C-E0A2E4DD76F5}"/>
          </ac:picMkLst>
        </pc:picChg>
        <pc:picChg chg="add mod">
          <ac:chgData name="Navin Kumar" userId="4040edb968256b89" providerId="LiveId" clId="{1C6AC798-BFAD-440A-B566-74CC7ED10677}" dt="2024-12-26T22:58:09.666" v="420" actId="1076"/>
          <ac:picMkLst>
            <pc:docMk/>
            <pc:sldMk cId="3540070994" sldId="262"/>
            <ac:picMk id="5" creationId="{75A2E962-6EF0-EB02-0044-EBCEAA596490}"/>
          </ac:picMkLst>
        </pc:picChg>
      </pc:sldChg>
      <pc:sldChg chg="addSp modSp new mod">
        <pc:chgData name="Navin Kumar" userId="4040edb968256b89" providerId="LiveId" clId="{1C6AC798-BFAD-440A-B566-74CC7ED10677}" dt="2024-12-26T23:02:09.731" v="514" actId="14100"/>
        <pc:sldMkLst>
          <pc:docMk/>
          <pc:sldMk cId="3015258221" sldId="263"/>
        </pc:sldMkLst>
        <pc:spChg chg="add mod">
          <ac:chgData name="Navin Kumar" userId="4040edb968256b89" providerId="LiveId" clId="{1C6AC798-BFAD-440A-B566-74CC7ED10677}" dt="2024-12-26T23:02:09.731" v="514" actId="14100"/>
          <ac:spMkLst>
            <pc:docMk/>
            <pc:sldMk cId="3015258221" sldId="263"/>
            <ac:spMk id="4" creationId="{548AFBE4-1F3E-4C16-612A-76A06BA570A6}"/>
          </ac:spMkLst>
        </pc:spChg>
        <pc:picChg chg="add mod">
          <ac:chgData name="Navin Kumar" userId="4040edb968256b89" providerId="LiveId" clId="{1C6AC798-BFAD-440A-B566-74CC7ED10677}" dt="2024-12-26T23:01:41.891" v="448" actId="1076"/>
          <ac:picMkLst>
            <pc:docMk/>
            <pc:sldMk cId="3015258221" sldId="263"/>
            <ac:picMk id="3" creationId="{3A21A688-2418-917E-F690-EA5DD7300448}"/>
          </ac:picMkLst>
        </pc:picChg>
      </pc:sldChg>
      <pc:sldChg chg="addSp modSp new mod">
        <pc:chgData name="Navin Kumar" userId="4040edb968256b89" providerId="LiveId" clId="{1C6AC798-BFAD-440A-B566-74CC7ED10677}" dt="2024-12-26T23:19:28.128" v="577" actId="1076"/>
        <pc:sldMkLst>
          <pc:docMk/>
          <pc:sldMk cId="1414740389" sldId="264"/>
        </pc:sldMkLst>
        <pc:spChg chg="add mod">
          <ac:chgData name="Navin Kumar" userId="4040edb968256b89" providerId="LiveId" clId="{1C6AC798-BFAD-440A-B566-74CC7ED10677}" dt="2024-12-26T23:19:16.184" v="572" actId="1076"/>
          <ac:spMkLst>
            <pc:docMk/>
            <pc:sldMk cId="1414740389" sldId="264"/>
            <ac:spMk id="5" creationId="{B3D3A4BB-805B-B65D-BB7F-0DCB689E8800}"/>
          </ac:spMkLst>
        </pc:spChg>
        <pc:spChg chg="add mod">
          <ac:chgData name="Navin Kumar" userId="4040edb968256b89" providerId="LiveId" clId="{1C6AC798-BFAD-440A-B566-74CC7ED10677}" dt="2024-12-26T23:19:23.214" v="575" actId="1076"/>
          <ac:spMkLst>
            <pc:docMk/>
            <pc:sldMk cId="1414740389" sldId="264"/>
            <ac:spMk id="8" creationId="{6D03D8E0-FDBF-DEA8-A3B3-DF70F911FED5}"/>
          </ac:spMkLst>
        </pc:spChg>
        <pc:picChg chg="add mod">
          <ac:chgData name="Navin Kumar" userId="4040edb968256b89" providerId="LiveId" clId="{1C6AC798-BFAD-440A-B566-74CC7ED10677}" dt="2024-12-26T23:19:17.486" v="573" actId="1076"/>
          <ac:picMkLst>
            <pc:docMk/>
            <pc:sldMk cId="1414740389" sldId="264"/>
            <ac:picMk id="3" creationId="{2F3B51A6-1B1A-37C0-C171-D99CCDDC141C}"/>
          </ac:picMkLst>
        </pc:picChg>
        <pc:picChg chg="add mod">
          <ac:chgData name="Navin Kumar" userId="4040edb968256b89" providerId="LiveId" clId="{1C6AC798-BFAD-440A-B566-74CC7ED10677}" dt="2024-12-26T23:19:24.485" v="576" actId="1076"/>
          <ac:picMkLst>
            <pc:docMk/>
            <pc:sldMk cId="1414740389" sldId="264"/>
            <ac:picMk id="7" creationId="{864C89A1-DEE6-DAF0-4D90-8325158260EB}"/>
          </ac:picMkLst>
        </pc:picChg>
        <pc:picChg chg="add mod">
          <ac:chgData name="Navin Kumar" userId="4040edb968256b89" providerId="LiveId" clId="{1C6AC798-BFAD-440A-B566-74CC7ED10677}" dt="2024-12-26T23:19:28.128" v="577" actId="1076"/>
          <ac:picMkLst>
            <pc:docMk/>
            <pc:sldMk cId="1414740389" sldId="264"/>
            <ac:picMk id="10" creationId="{031A7950-B318-495B-C532-B01E84DDEBEE}"/>
          </ac:picMkLst>
        </pc:picChg>
      </pc:sldChg>
      <pc:sldChg chg="addSp delSp modSp new mod">
        <pc:chgData name="Navin Kumar" userId="4040edb968256b89" providerId="LiveId" clId="{1C6AC798-BFAD-440A-B566-74CC7ED10677}" dt="2024-12-26T23:31:31.331" v="606" actId="5793"/>
        <pc:sldMkLst>
          <pc:docMk/>
          <pc:sldMk cId="2869628494" sldId="265"/>
        </pc:sldMkLst>
        <pc:spChg chg="add del mod">
          <ac:chgData name="Navin Kumar" userId="4040edb968256b89" providerId="LiveId" clId="{1C6AC798-BFAD-440A-B566-74CC7ED10677}" dt="2024-12-26T23:31:17.465" v="601" actId="478"/>
          <ac:spMkLst>
            <pc:docMk/>
            <pc:sldMk cId="2869628494" sldId="265"/>
            <ac:spMk id="2" creationId="{19FF14AC-3C28-6041-6BC8-867E6F6967A6}"/>
          </ac:spMkLst>
        </pc:spChg>
        <pc:spChg chg="add mod">
          <ac:chgData name="Navin Kumar" userId="4040edb968256b89" providerId="LiveId" clId="{1C6AC798-BFAD-440A-B566-74CC7ED10677}" dt="2024-12-26T23:31:31.331" v="606" actId="5793"/>
          <ac:spMkLst>
            <pc:docMk/>
            <pc:sldMk cId="2869628494" sldId="265"/>
            <ac:spMk id="20" creationId="{BD9D7AEF-09CE-3714-AF47-41954FAD024C}"/>
          </ac:spMkLst>
        </pc:spChg>
        <pc:picChg chg="add mod">
          <ac:chgData name="Navin Kumar" userId="4040edb968256b89" providerId="LiveId" clId="{1C6AC798-BFAD-440A-B566-74CC7ED10677}" dt="2024-12-26T23:24:47.224" v="584" actId="1076"/>
          <ac:picMkLst>
            <pc:docMk/>
            <pc:sldMk cId="2869628494" sldId="265"/>
            <ac:picMk id="4" creationId="{9698A596-2FDF-765A-E544-6AE0E4371E81}"/>
          </ac:picMkLst>
        </pc:picChg>
        <pc:picChg chg="add mod">
          <ac:chgData name="Navin Kumar" userId="4040edb968256b89" providerId="LiveId" clId="{1C6AC798-BFAD-440A-B566-74CC7ED10677}" dt="2024-12-26T23:29:40.113" v="590" actId="1076"/>
          <ac:picMkLst>
            <pc:docMk/>
            <pc:sldMk cId="2869628494" sldId="265"/>
            <ac:picMk id="6" creationId="{C7F37E0D-B93A-A75E-F213-C3812BA6BEE3}"/>
          </ac:picMkLst>
        </pc:picChg>
        <pc:picChg chg="add mod">
          <ac:chgData name="Navin Kumar" userId="4040edb968256b89" providerId="LiveId" clId="{1C6AC798-BFAD-440A-B566-74CC7ED10677}" dt="2024-12-26T23:29:33.994" v="589" actId="1076"/>
          <ac:picMkLst>
            <pc:docMk/>
            <pc:sldMk cId="2869628494" sldId="265"/>
            <ac:picMk id="8" creationId="{EA13330F-0E43-94B6-FE1E-BFA2E3D3F64B}"/>
          </ac:picMkLst>
        </pc:picChg>
        <pc:picChg chg="add mod">
          <ac:chgData name="Navin Kumar" userId="4040edb968256b89" providerId="LiveId" clId="{1C6AC798-BFAD-440A-B566-74CC7ED10677}" dt="2024-12-26T23:30:56.799" v="597" actId="1076"/>
          <ac:picMkLst>
            <pc:docMk/>
            <pc:sldMk cId="2869628494" sldId="265"/>
            <ac:picMk id="14" creationId="{443299C4-F74D-1539-AD1C-AF7C0D81186D}"/>
          </ac:picMkLst>
        </pc:picChg>
        <pc:picChg chg="add mod">
          <ac:chgData name="Navin Kumar" userId="4040edb968256b89" providerId="LiveId" clId="{1C6AC798-BFAD-440A-B566-74CC7ED10677}" dt="2024-12-26T23:30:54.679" v="596" actId="1076"/>
          <ac:picMkLst>
            <pc:docMk/>
            <pc:sldMk cId="2869628494" sldId="265"/>
            <ac:picMk id="16" creationId="{5F247633-EDB4-0D9C-A890-1CE3769A1F6C}"/>
          </ac:picMkLst>
        </pc:picChg>
        <pc:cxnChg chg="add">
          <ac:chgData name="Navin Kumar" userId="4040edb968256b89" providerId="LiveId" clId="{1C6AC798-BFAD-440A-B566-74CC7ED10677}" dt="2024-12-26T23:29:45.514" v="591" actId="11529"/>
          <ac:cxnSpMkLst>
            <pc:docMk/>
            <pc:sldMk cId="2869628494" sldId="265"/>
            <ac:cxnSpMk id="10" creationId="{A5A5DF2F-A66C-12A1-5451-E755C1808401}"/>
          </ac:cxnSpMkLst>
        </pc:cxnChg>
        <pc:cxnChg chg="add">
          <ac:chgData name="Navin Kumar" userId="4040edb968256b89" providerId="LiveId" clId="{1C6AC798-BFAD-440A-B566-74CC7ED10677}" dt="2024-12-26T23:29:50.222" v="592" actId="11529"/>
          <ac:cxnSpMkLst>
            <pc:docMk/>
            <pc:sldMk cId="2869628494" sldId="265"/>
            <ac:cxnSpMk id="12" creationId="{DBCC0F29-7EC8-68C6-D8EF-92A5E070B600}"/>
          </ac:cxnSpMkLst>
        </pc:cxnChg>
        <pc:cxnChg chg="add mod">
          <ac:chgData name="Navin Kumar" userId="4040edb968256b89" providerId="LiveId" clId="{1C6AC798-BFAD-440A-B566-74CC7ED10677}" dt="2024-12-26T23:31:02.835" v="599" actId="14100"/>
          <ac:cxnSpMkLst>
            <pc:docMk/>
            <pc:sldMk cId="2869628494" sldId="265"/>
            <ac:cxnSpMk id="18" creationId="{D9D9763C-02B5-C767-12F1-518DACEED4D7}"/>
          </ac:cxnSpMkLst>
        </pc:cxnChg>
      </pc:sldChg>
      <pc:sldChg chg="addSp delSp modSp new mod">
        <pc:chgData name="Navin Kumar" userId="4040edb968256b89" providerId="LiveId" clId="{1C6AC798-BFAD-440A-B566-74CC7ED10677}" dt="2024-12-26T23:48:06.436" v="665" actId="1076"/>
        <pc:sldMkLst>
          <pc:docMk/>
          <pc:sldMk cId="3720003772" sldId="266"/>
        </pc:sldMkLst>
        <pc:spChg chg="add del mod">
          <ac:chgData name="Navin Kumar" userId="4040edb968256b89" providerId="LiveId" clId="{1C6AC798-BFAD-440A-B566-74CC7ED10677}" dt="2024-12-26T23:33:43.165" v="615"/>
          <ac:spMkLst>
            <pc:docMk/>
            <pc:sldMk cId="3720003772" sldId="266"/>
            <ac:spMk id="6" creationId="{1D168226-581E-3805-E055-394B4921ECA8}"/>
          </ac:spMkLst>
        </pc:spChg>
        <pc:spChg chg="add mod">
          <ac:chgData name="Navin Kumar" userId="4040edb968256b89" providerId="LiveId" clId="{1C6AC798-BFAD-440A-B566-74CC7ED10677}" dt="2024-12-26T23:33:55.571" v="618" actId="21"/>
          <ac:spMkLst>
            <pc:docMk/>
            <pc:sldMk cId="3720003772" sldId="266"/>
            <ac:spMk id="7" creationId="{1252276C-842C-0B1C-5109-14B38871B3AF}"/>
          </ac:spMkLst>
        </pc:spChg>
        <pc:spChg chg="add del mod">
          <ac:chgData name="Navin Kumar" userId="4040edb968256b89" providerId="LiveId" clId="{1C6AC798-BFAD-440A-B566-74CC7ED10677}" dt="2024-12-26T23:33:59.573" v="620" actId="478"/>
          <ac:spMkLst>
            <pc:docMk/>
            <pc:sldMk cId="3720003772" sldId="266"/>
            <ac:spMk id="8" creationId="{C5FA0FD5-0AE9-2ED0-12B4-CC74AFE1545F}"/>
          </ac:spMkLst>
        </pc:spChg>
        <pc:spChg chg="add mod">
          <ac:chgData name="Navin Kumar" userId="4040edb968256b89" providerId="LiveId" clId="{1C6AC798-BFAD-440A-B566-74CC7ED10677}" dt="2024-12-26T23:35:46.562" v="650" actId="20577"/>
          <ac:spMkLst>
            <pc:docMk/>
            <pc:sldMk cId="3720003772" sldId="266"/>
            <ac:spMk id="9" creationId="{226FD381-95EA-AAEC-7D11-E4CFF6E97262}"/>
          </ac:spMkLst>
        </pc:spChg>
        <pc:picChg chg="add del mod">
          <ac:chgData name="Navin Kumar" userId="4040edb968256b89" providerId="LiveId" clId="{1C6AC798-BFAD-440A-B566-74CC7ED10677}" dt="2024-12-26T23:33:19.416" v="609" actId="478"/>
          <ac:picMkLst>
            <pc:docMk/>
            <pc:sldMk cId="3720003772" sldId="266"/>
            <ac:picMk id="3" creationId="{C53AED66-D475-BF8A-4021-D813DDC81028}"/>
          </ac:picMkLst>
        </pc:picChg>
        <pc:picChg chg="add del mod">
          <ac:chgData name="Navin Kumar" userId="4040edb968256b89" providerId="LiveId" clId="{1C6AC798-BFAD-440A-B566-74CC7ED10677}" dt="2024-12-26T23:43:34.386" v="652" actId="478"/>
          <ac:picMkLst>
            <pc:docMk/>
            <pc:sldMk cId="3720003772" sldId="266"/>
            <ac:picMk id="5" creationId="{6ACEE29D-5157-E098-B737-B73D9605FB27}"/>
          </ac:picMkLst>
        </pc:picChg>
        <pc:picChg chg="add del mod">
          <ac:chgData name="Navin Kumar" userId="4040edb968256b89" providerId="LiveId" clId="{1C6AC798-BFAD-440A-B566-74CC7ED10677}" dt="2024-12-26T23:43:31.901" v="651" actId="478"/>
          <ac:picMkLst>
            <pc:docMk/>
            <pc:sldMk cId="3720003772" sldId="266"/>
            <ac:picMk id="11" creationId="{9CBC0AFA-DB7D-D980-E6CE-FD12FC418278}"/>
          </ac:picMkLst>
        </pc:picChg>
        <pc:picChg chg="add mod">
          <ac:chgData name="Navin Kumar" userId="4040edb968256b89" providerId="LiveId" clId="{1C6AC798-BFAD-440A-B566-74CC7ED10677}" dt="2024-12-26T23:45:52.970" v="659" actId="1076"/>
          <ac:picMkLst>
            <pc:docMk/>
            <pc:sldMk cId="3720003772" sldId="266"/>
            <ac:picMk id="13" creationId="{195B6C76-8E86-71CF-390A-75C0B0B82A26}"/>
          </ac:picMkLst>
        </pc:picChg>
        <pc:picChg chg="add mod">
          <ac:chgData name="Navin Kumar" userId="4040edb968256b89" providerId="LiveId" clId="{1C6AC798-BFAD-440A-B566-74CC7ED10677}" dt="2024-12-26T23:45:50.238" v="657" actId="1076"/>
          <ac:picMkLst>
            <pc:docMk/>
            <pc:sldMk cId="3720003772" sldId="266"/>
            <ac:picMk id="15" creationId="{A7ADEE7B-1222-E9DD-39AF-1DF2272BE806}"/>
          </ac:picMkLst>
        </pc:picChg>
        <pc:picChg chg="add mod">
          <ac:chgData name="Navin Kumar" userId="4040edb968256b89" providerId="LiveId" clId="{1C6AC798-BFAD-440A-B566-74CC7ED10677}" dt="2024-12-26T23:48:06.436" v="665" actId="1076"/>
          <ac:picMkLst>
            <pc:docMk/>
            <pc:sldMk cId="3720003772" sldId="266"/>
            <ac:picMk id="17" creationId="{B16830D3-7A88-4128-5AEA-F4AC5A189D7A}"/>
          </ac:picMkLst>
        </pc:picChg>
      </pc:sldChg>
      <pc:sldChg chg="addSp modSp new mod">
        <pc:chgData name="Navin Kumar" userId="4040edb968256b89" providerId="LiveId" clId="{1C6AC798-BFAD-440A-B566-74CC7ED10677}" dt="2024-12-27T00:03:43.351" v="692" actId="1076"/>
        <pc:sldMkLst>
          <pc:docMk/>
          <pc:sldMk cId="3957133003" sldId="267"/>
        </pc:sldMkLst>
        <pc:spChg chg="add mod">
          <ac:chgData name="Navin Kumar" userId="4040edb968256b89" providerId="LiveId" clId="{1C6AC798-BFAD-440A-B566-74CC7ED10677}" dt="2024-12-26T23:47:30.721" v="663" actId="14100"/>
          <ac:spMkLst>
            <pc:docMk/>
            <pc:sldMk cId="3957133003" sldId="267"/>
            <ac:spMk id="3" creationId="{CE0FE9F6-C94F-F962-E38A-3796690A4B84}"/>
          </ac:spMkLst>
        </pc:spChg>
        <pc:spChg chg="add mod">
          <ac:chgData name="Navin Kumar" userId="4040edb968256b89" providerId="LiveId" clId="{1C6AC798-BFAD-440A-B566-74CC7ED10677}" dt="2024-12-26T23:58:23.398" v="673" actId="1076"/>
          <ac:spMkLst>
            <pc:docMk/>
            <pc:sldMk cId="3957133003" sldId="267"/>
            <ac:spMk id="9" creationId="{C4E0BBA0-E97E-2740-CEF6-15FDDEBE0296}"/>
          </ac:spMkLst>
        </pc:spChg>
        <pc:picChg chg="add mod">
          <ac:chgData name="Navin Kumar" userId="4040edb968256b89" providerId="LiveId" clId="{1C6AC798-BFAD-440A-B566-74CC7ED10677}" dt="2024-12-26T23:58:12.006" v="669" actId="1076"/>
          <ac:picMkLst>
            <pc:docMk/>
            <pc:sldMk cId="3957133003" sldId="267"/>
            <ac:picMk id="5" creationId="{BD973701-D533-0E97-6C3E-586653A1E06F}"/>
          </ac:picMkLst>
        </pc:picChg>
        <pc:picChg chg="add mod">
          <ac:chgData name="Navin Kumar" userId="4040edb968256b89" providerId="LiveId" clId="{1C6AC798-BFAD-440A-B566-74CC7ED10677}" dt="2024-12-26T23:58:13.770" v="670" actId="1076"/>
          <ac:picMkLst>
            <pc:docMk/>
            <pc:sldMk cId="3957133003" sldId="267"/>
            <ac:picMk id="7" creationId="{FA321CB3-37DD-3E87-8DE3-A5D582128136}"/>
          </ac:picMkLst>
        </pc:picChg>
        <pc:picChg chg="add mod">
          <ac:chgData name="Navin Kumar" userId="4040edb968256b89" providerId="LiveId" clId="{1C6AC798-BFAD-440A-B566-74CC7ED10677}" dt="2024-12-26T23:59:38.189" v="675" actId="1076"/>
          <ac:picMkLst>
            <pc:docMk/>
            <pc:sldMk cId="3957133003" sldId="267"/>
            <ac:picMk id="11" creationId="{2BCC6902-8303-32D9-3E52-349852572F07}"/>
          </ac:picMkLst>
        </pc:picChg>
        <pc:picChg chg="add mod">
          <ac:chgData name="Navin Kumar" userId="4040edb968256b89" providerId="LiveId" clId="{1C6AC798-BFAD-440A-B566-74CC7ED10677}" dt="2024-12-27T00:01:32.015" v="680" actId="1076"/>
          <ac:picMkLst>
            <pc:docMk/>
            <pc:sldMk cId="3957133003" sldId="267"/>
            <ac:picMk id="13" creationId="{961E546A-7851-1EE5-80F9-19A34F9C3D8F}"/>
          </ac:picMkLst>
        </pc:picChg>
        <pc:picChg chg="add mod ord">
          <ac:chgData name="Navin Kumar" userId="4040edb968256b89" providerId="LiveId" clId="{1C6AC798-BFAD-440A-B566-74CC7ED10677}" dt="2024-12-27T00:03:03.795" v="687" actId="1076"/>
          <ac:picMkLst>
            <pc:docMk/>
            <pc:sldMk cId="3957133003" sldId="267"/>
            <ac:picMk id="15" creationId="{FB715013-B635-183A-34AE-900C37908211}"/>
          </ac:picMkLst>
        </pc:picChg>
        <pc:picChg chg="add mod">
          <ac:chgData name="Navin Kumar" userId="4040edb968256b89" providerId="LiveId" clId="{1C6AC798-BFAD-440A-B566-74CC7ED10677}" dt="2024-12-27T00:02:59.185" v="686" actId="1076"/>
          <ac:picMkLst>
            <pc:docMk/>
            <pc:sldMk cId="3957133003" sldId="267"/>
            <ac:picMk id="17" creationId="{6EAFE4EA-91A2-9E72-6C7A-72615191A341}"/>
          </ac:picMkLst>
        </pc:picChg>
        <pc:picChg chg="add mod">
          <ac:chgData name="Navin Kumar" userId="4040edb968256b89" providerId="LiveId" clId="{1C6AC798-BFAD-440A-B566-74CC7ED10677}" dt="2024-12-27T00:03:43.351" v="692" actId="1076"/>
          <ac:picMkLst>
            <pc:docMk/>
            <pc:sldMk cId="3957133003" sldId="267"/>
            <ac:picMk id="19" creationId="{B8EFCEE4-F430-3D6A-3D83-54533667E452}"/>
          </ac:picMkLst>
        </pc:picChg>
      </pc:sldChg>
      <pc:sldChg chg="addSp modSp new mod">
        <pc:chgData name="Navin Kumar" userId="4040edb968256b89" providerId="LiveId" clId="{1C6AC798-BFAD-440A-B566-74CC7ED10677}" dt="2024-12-27T00:08:10.111" v="729" actId="1076"/>
        <pc:sldMkLst>
          <pc:docMk/>
          <pc:sldMk cId="3128695692" sldId="268"/>
        </pc:sldMkLst>
        <pc:spChg chg="add mod">
          <ac:chgData name="Navin Kumar" userId="4040edb968256b89" providerId="LiveId" clId="{1C6AC798-BFAD-440A-B566-74CC7ED10677}" dt="2024-12-27T00:05:39.558" v="727" actId="1076"/>
          <ac:spMkLst>
            <pc:docMk/>
            <pc:sldMk cId="3128695692" sldId="268"/>
            <ac:spMk id="2" creationId="{ED45087A-F391-E86E-C6A9-B6512A00B860}"/>
          </ac:spMkLst>
        </pc:spChg>
        <pc:picChg chg="add mod">
          <ac:chgData name="Navin Kumar" userId="4040edb968256b89" providerId="LiveId" clId="{1C6AC798-BFAD-440A-B566-74CC7ED10677}" dt="2024-12-27T00:08:10.111" v="729" actId="1076"/>
          <ac:picMkLst>
            <pc:docMk/>
            <pc:sldMk cId="3128695692" sldId="268"/>
            <ac:picMk id="4" creationId="{D0A1DC93-3633-2482-DAB2-AE6919B69A87}"/>
          </ac:picMkLst>
        </pc:picChg>
      </pc:sldChg>
      <pc:sldChg chg="addSp modSp new mod">
        <pc:chgData name="Navin Kumar" userId="4040edb968256b89" providerId="LiveId" clId="{1C6AC798-BFAD-440A-B566-74CC7ED10677}" dt="2024-12-27T00:09:41.142" v="737" actId="1076"/>
        <pc:sldMkLst>
          <pc:docMk/>
          <pc:sldMk cId="627790659" sldId="269"/>
        </pc:sldMkLst>
        <pc:spChg chg="add mod">
          <ac:chgData name="Navin Kumar" userId="4040edb968256b89" providerId="LiveId" clId="{1C6AC798-BFAD-440A-B566-74CC7ED10677}" dt="2024-12-27T00:09:41.142" v="737" actId="1076"/>
          <ac:spMkLst>
            <pc:docMk/>
            <pc:sldMk cId="627790659" sldId="269"/>
            <ac:spMk id="5" creationId="{0E9249A1-77AC-F965-9A48-1B71D9523E99}"/>
          </ac:spMkLst>
        </pc:spChg>
        <pc:picChg chg="add mod">
          <ac:chgData name="Navin Kumar" userId="4040edb968256b89" providerId="LiveId" clId="{1C6AC798-BFAD-440A-B566-74CC7ED10677}" dt="2024-12-27T00:09:34.844" v="735" actId="1076"/>
          <ac:picMkLst>
            <pc:docMk/>
            <pc:sldMk cId="627790659" sldId="269"/>
            <ac:picMk id="3" creationId="{845A520E-BCCD-61FD-C13D-74912661365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EB087-58CA-B2BC-FCC0-1836012576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8270DD5-FF81-E2B2-BC60-68E3BE1477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D8D8C7A-5842-24CB-E91A-01D4DB572E55}"/>
              </a:ext>
            </a:extLst>
          </p:cNvPr>
          <p:cNvSpPr>
            <a:spLocks noGrp="1"/>
          </p:cNvSpPr>
          <p:nvPr>
            <p:ph type="dt" sz="half" idx="10"/>
          </p:nvPr>
        </p:nvSpPr>
        <p:spPr/>
        <p:txBody>
          <a:bodyPr/>
          <a:lstStyle/>
          <a:p>
            <a:fld id="{1615C459-7FE3-498B-965C-070187F53D7A}" type="datetimeFigureOut">
              <a:rPr lang="en-GB" smtClean="0"/>
              <a:t>26/12/2024</a:t>
            </a:fld>
            <a:endParaRPr lang="en-GB"/>
          </a:p>
        </p:txBody>
      </p:sp>
      <p:sp>
        <p:nvSpPr>
          <p:cNvPr id="5" name="Footer Placeholder 4">
            <a:extLst>
              <a:ext uri="{FF2B5EF4-FFF2-40B4-BE49-F238E27FC236}">
                <a16:creationId xmlns:a16="http://schemas.microsoft.com/office/drawing/2014/main" id="{8952782F-2EEB-769D-9621-C040987BD9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6530F3-CC86-3C4C-8918-1800DCF2508A}"/>
              </a:ext>
            </a:extLst>
          </p:cNvPr>
          <p:cNvSpPr>
            <a:spLocks noGrp="1"/>
          </p:cNvSpPr>
          <p:nvPr>
            <p:ph type="sldNum" sz="quarter" idx="12"/>
          </p:nvPr>
        </p:nvSpPr>
        <p:spPr/>
        <p:txBody>
          <a:bodyPr/>
          <a:lstStyle/>
          <a:p>
            <a:fld id="{7C823A59-F0E6-425B-B7DB-3DFA97B2953F}" type="slidenum">
              <a:rPr lang="en-GB" smtClean="0"/>
              <a:t>‹#›</a:t>
            </a:fld>
            <a:endParaRPr lang="en-GB"/>
          </a:p>
        </p:txBody>
      </p:sp>
    </p:spTree>
    <p:extLst>
      <p:ext uri="{BB962C8B-B14F-4D97-AF65-F5344CB8AC3E}">
        <p14:creationId xmlns:p14="http://schemas.microsoft.com/office/powerpoint/2010/main" val="2745210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E5AB3-470B-CA37-8634-C9224DFF80B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EE5B37A-7C2F-1294-37BC-1D450B14C4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36FBCB1-9914-C6D5-2068-30DD641DFBBB}"/>
              </a:ext>
            </a:extLst>
          </p:cNvPr>
          <p:cNvSpPr>
            <a:spLocks noGrp="1"/>
          </p:cNvSpPr>
          <p:nvPr>
            <p:ph type="dt" sz="half" idx="10"/>
          </p:nvPr>
        </p:nvSpPr>
        <p:spPr/>
        <p:txBody>
          <a:bodyPr/>
          <a:lstStyle/>
          <a:p>
            <a:fld id="{1615C459-7FE3-498B-965C-070187F53D7A}" type="datetimeFigureOut">
              <a:rPr lang="en-GB" smtClean="0"/>
              <a:t>26/12/2024</a:t>
            </a:fld>
            <a:endParaRPr lang="en-GB"/>
          </a:p>
        </p:txBody>
      </p:sp>
      <p:sp>
        <p:nvSpPr>
          <p:cNvPr id="5" name="Footer Placeholder 4">
            <a:extLst>
              <a:ext uri="{FF2B5EF4-FFF2-40B4-BE49-F238E27FC236}">
                <a16:creationId xmlns:a16="http://schemas.microsoft.com/office/drawing/2014/main" id="{2D9FC2F7-EB96-607C-C866-CD378FA1C4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44B68E6-0914-6FC1-A52B-97D6F4DAD783}"/>
              </a:ext>
            </a:extLst>
          </p:cNvPr>
          <p:cNvSpPr>
            <a:spLocks noGrp="1"/>
          </p:cNvSpPr>
          <p:nvPr>
            <p:ph type="sldNum" sz="quarter" idx="12"/>
          </p:nvPr>
        </p:nvSpPr>
        <p:spPr/>
        <p:txBody>
          <a:bodyPr/>
          <a:lstStyle/>
          <a:p>
            <a:fld id="{7C823A59-F0E6-425B-B7DB-3DFA97B2953F}" type="slidenum">
              <a:rPr lang="en-GB" smtClean="0"/>
              <a:t>‹#›</a:t>
            </a:fld>
            <a:endParaRPr lang="en-GB"/>
          </a:p>
        </p:txBody>
      </p:sp>
    </p:spTree>
    <p:extLst>
      <p:ext uri="{BB962C8B-B14F-4D97-AF65-F5344CB8AC3E}">
        <p14:creationId xmlns:p14="http://schemas.microsoft.com/office/powerpoint/2010/main" val="2825552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8960C-26BA-E26E-3AA9-30B80481D7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6BE462B-6F40-98E8-B8EC-E88B7027B8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AA9929-A249-0F45-0065-F348E4A99D41}"/>
              </a:ext>
            </a:extLst>
          </p:cNvPr>
          <p:cNvSpPr>
            <a:spLocks noGrp="1"/>
          </p:cNvSpPr>
          <p:nvPr>
            <p:ph type="dt" sz="half" idx="10"/>
          </p:nvPr>
        </p:nvSpPr>
        <p:spPr/>
        <p:txBody>
          <a:bodyPr/>
          <a:lstStyle/>
          <a:p>
            <a:fld id="{1615C459-7FE3-498B-965C-070187F53D7A}" type="datetimeFigureOut">
              <a:rPr lang="en-GB" smtClean="0"/>
              <a:t>26/12/2024</a:t>
            </a:fld>
            <a:endParaRPr lang="en-GB"/>
          </a:p>
        </p:txBody>
      </p:sp>
      <p:sp>
        <p:nvSpPr>
          <p:cNvPr id="5" name="Footer Placeholder 4">
            <a:extLst>
              <a:ext uri="{FF2B5EF4-FFF2-40B4-BE49-F238E27FC236}">
                <a16:creationId xmlns:a16="http://schemas.microsoft.com/office/drawing/2014/main" id="{9D87CA43-E96A-6DEE-B067-2B17A9E15B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A39DC5-0A1D-838F-F6C4-D7E83EF5CBC2}"/>
              </a:ext>
            </a:extLst>
          </p:cNvPr>
          <p:cNvSpPr>
            <a:spLocks noGrp="1"/>
          </p:cNvSpPr>
          <p:nvPr>
            <p:ph type="sldNum" sz="quarter" idx="12"/>
          </p:nvPr>
        </p:nvSpPr>
        <p:spPr/>
        <p:txBody>
          <a:bodyPr/>
          <a:lstStyle/>
          <a:p>
            <a:fld id="{7C823A59-F0E6-425B-B7DB-3DFA97B2953F}" type="slidenum">
              <a:rPr lang="en-GB" smtClean="0"/>
              <a:t>‹#›</a:t>
            </a:fld>
            <a:endParaRPr lang="en-GB"/>
          </a:p>
        </p:txBody>
      </p:sp>
    </p:spTree>
    <p:extLst>
      <p:ext uri="{BB962C8B-B14F-4D97-AF65-F5344CB8AC3E}">
        <p14:creationId xmlns:p14="http://schemas.microsoft.com/office/powerpoint/2010/main" val="1975371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3EB73-070D-1FEB-9722-16EA197AB4E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92CAA84-7E80-2D5A-126B-EB00D12CAA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169CE65-1714-053E-569C-763ADDE2BC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03E8F15-3AE5-F55F-6649-97AAFF7F6203}"/>
              </a:ext>
            </a:extLst>
          </p:cNvPr>
          <p:cNvSpPr>
            <a:spLocks noGrp="1"/>
          </p:cNvSpPr>
          <p:nvPr>
            <p:ph type="dt" sz="half" idx="10"/>
          </p:nvPr>
        </p:nvSpPr>
        <p:spPr/>
        <p:txBody>
          <a:bodyPr/>
          <a:lstStyle/>
          <a:p>
            <a:fld id="{1615C459-7FE3-498B-965C-070187F53D7A}" type="datetimeFigureOut">
              <a:rPr lang="en-GB" smtClean="0"/>
              <a:t>26/12/2024</a:t>
            </a:fld>
            <a:endParaRPr lang="en-GB"/>
          </a:p>
        </p:txBody>
      </p:sp>
      <p:sp>
        <p:nvSpPr>
          <p:cNvPr id="6" name="Footer Placeholder 5">
            <a:extLst>
              <a:ext uri="{FF2B5EF4-FFF2-40B4-BE49-F238E27FC236}">
                <a16:creationId xmlns:a16="http://schemas.microsoft.com/office/drawing/2014/main" id="{1C284B16-ABF2-485D-F5EA-F1B0A35A0F0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8870806-2A81-860A-55B0-7AEECCC19754}"/>
              </a:ext>
            </a:extLst>
          </p:cNvPr>
          <p:cNvSpPr>
            <a:spLocks noGrp="1"/>
          </p:cNvSpPr>
          <p:nvPr>
            <p:ph type="sldNum" sz="quarter" idx="12"/>
          </p:nvPr>
        </p:nvSpPr>
        <p:spPr/>
        <p:txBody>
          <a:bodyPr/>
          <a:lstStyle/>
          <a:p>
            <a:fld id="{7C823A59-F0E6-425B-B7DB-3DFA97B2953F}" type="slidenum">
              <a:rPr lang="en-GB" smtClean="0"/>
              <a:t>‹#›</a:t>
            </a:fld>
            <a:endParaRPr lang="en-GB"/>
          </a:p>
        </p:txBody>
      </p:sp>
    </p:spTree>
    <p:extLst>
      <p:ext uri="{BB962C8B-B14F-4D97-AF65-F5344CB8AC3E}">
        <p14:creationId xmlns:p14="http://schemas.microsoft.com/office/powerpoint/2010/main" val="2838916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CAC16-2623-C61F-4DA8-AF5ED83C168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4E81730-908E-379E-4E86-80A3CB0A0F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328E70-06EA-50A4-8267-398CE7AA4D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B0C594B-13DC-F343-8208-64452F28A0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9377AB-AD52-13F8-ADC6-B3ABDA5309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F9BC20F-FDD7-A5EB-C2CC-1181A613EEC7}"/>
              </a:ext>
            </a:extLst>
          </p:cNvPr>
          <p:cNvSpPr>
            <a:spLocks noGrp="1"/>
          </p:cNvSpPr>
          <p:nvPr>
            <p:ph type="dt" sz="half" idx="10"/>
          </p:nvPr>
        </p:nvSpPr>
        <p:spPr/>
        <p:txBody>
          <a:bodyPr/>
          <a:lstStyle/>
          <a:p>
            <a:fld id="{1615C459-7FE3-498B-965C-070187F53D7A}" type="datetimeFigureOut">
              <a:rPr lang="en-GB" smtClean="0"/>
              <a:t>26/12/2024</a:t>
            </a:fld>
            <a:endParaRPr lang="en-GB"/>
          </a:p>
        </p:txBody>
      </p:sp>
      <p:sp>
        <p:nvSpPr>
          <p:cNvPr id="8" name="Footer Placeholder 7">
            <a:extLst>
              <a:ext uri="{FF2B5EF4-FFF2-40B4-BE49-F238E27FC236}">
                <a16:creationId xmlns:a16="http://schemas.microsoft.com/office/drawing/2014/main" id="{B1CD63DD-D624-52D9-90F0-F1C240F29A3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554B8FF-532A-3084-7B24-BEF4CBE6B03F}"/>
              </a:ext>
            </a:extLst>
          </p:cNvPr>
          <p:cNvSpPr>
            <a:spLocks noGrp="1"/>
          </p:cNvSpPr>
          <p:nvPr>
            <p:ph type="sldNum" sz="quarter" idx="12"/>
          </p:nvPr>
        </p:nvSpPr>
        <p:spPr/>
        <p:txBody>
          <a:bodyPr/>
          <a:lstStyle/>
          <a:p>
            <a:fld id="{7C823A59-F0E6-425B-B7DB-3DFA97B2953F}" type="slidenum">
              <a:rPr lang="en-GB" smtClean="0"/>
              <a:t>‹#›</a:t>
            </a:fld>
            <a:endParaRPr lang="en-GB"/>
          </a:p>
        </p:txBody>
      </p:sp>
    </p:spTree>
    <p:extLst>
      <p:ext uri="{BB962C8B-B14F-4D97-AF65-F5344CB8AC3E}">
        <p14:creationId xmlns:p14="http://schemas.microsoft.com/office/powerpoint/2010/main" val="1209836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6E449-2938-851B-48F7-0AA112CA581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DF37531-49C5-8AD1-29F6-6229C6E29EB4}"/>
              </a:ext>
            </a:extLst>
          </p:cNvPr>
          <p:cNvSpPr>
            <a:spLocks noGrp="1"/>
          </p:cNvSpPr>
          <p:nvPr>
            <p:ph type="dt" sz="half" idx="10"/>
          </p:nvPr>
        </p:nvSpPr>
        <p:spPr/>
        <p:txBody>
          <a:bodyPr/>
          <a:lstStyle/>
          <a:p>
            <a:fld id="{1615C459-7FE3-498B-965C-070187F53D7A}" type="datetimeFigureOut">
              <a:rPr lang="en-GB" smtClean="0"/>
              <a:t>26/12/2024</a:t>
            </a:fld>
            <a:endParaRPr lang="en-GB"/>
          </a:p>
        </p:txBody>
      </p:sp>
      <p:sp>
        <p:nvSpPr>
          <p:cNvPr id="4" name="Footer Placeholder 3">
            <a:extLst>
              <a:ext uri="{FF2B5EF4-FFF2-40B4-BE49-F238E27FC236}">
                <a16:creationId xmlns:a16="http://schemas.microsoft.com/office/drawing/2014/main" id="{3BCD05EA-F3A5-363C-E884-99DE080871B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7537D78-25F7-3EAE-9DEA-958F4A8D9C81}"/>
              </a:ext>
            </a:extLst>
          </p:cNvPr>
          <p:cNvSpPr>
            <a:spLocks noGrp="1"/>
          </p:cNvSpPr>
          <p:nvPr>
            <p:ph type="sldNum" sz="quarter" idx="12"/>
          </p:nvPr>
        </p:nvSpPr>
        <p:spPr/>
        <p:txBody>
          <a:bodyPr/>
          <a:lstStyle/>
          <a:p>
            <a:fld id="{7C823A59-F0E6-425B-B7DB-3DFA97B2953F}" type="slidenum">
              <a:rPr lang="en-GB" smtClean="0"/>
              <a:t>‹#›</a:t>
            </a:fld>
            <a:endParaRPr lang="en-GB"/>
          </a:p>
        </p:txBody>
      </p:sp>
    </p:spTree>
    <p:extLst>
      <p:ext uri="{BB962C8B-B14F-4D97-AF65-F5344CB8AC3E}">
        <p14:creationId xmlns:p14="http://schemas.microsoft.com/office/powerpoint/2010/main" val="3218242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81DC8C-4966-418D-FEC9-670CCC9B5ACE}"/>
              </a:ext>
            </a:extLst>
          </p:cNvPr>
          <p:cNvSpPr>
            <a:spLocks noGrp="1"/>
          </p:cNvSpPr>
          <p:nvPr>
            <p:ph type="dt" sz="half" idx="10"/>
          </p:nvPr>
        </p:nvSpPr>
        <p:spPr/>
        <p:txBody>
          <a:bodyPr/>
          <a:lstStyle/>
          <a:p>
            <a:fld id="{1615C459-7FE3-498B-965C-070187F53D7A}" type="datetimeFigureOut">
              <a:rPr lang="en-GB" smtClean="0"/>
              <a:t>26/12/2024</a:t>
            </a:fld>
            <a:endParaRPr lang="en-GB"/>
          </a:p>
        </p:txBody>
      </p:sp>
      <p:sp>
        <p:nvSpPr>
          <p:cNvPr id="3" name="Footer Placeholder 2">
            <a:extLst>
              <a:ext uri="{FF2B5EF4-FFF2-40B4-BE49-F238E27FC236}">
                <a16:creationId xmlns:a16="http://schemas.microsoft.com/office/drawing/2014/main" id="{F2951E3D-80D6-CCD5-24DA-3C759CB2264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8D9AF7D-3EAA-43AF-C359-F5D10EE2EA5A}"/>
              </a:ext>
            </a:extLst>
          </p:cNvPr>
          <p:cNvSpPr>
            <a:spLocks noGrp="1"/>
          </p:cNvSpPr>
          <p:nvPr>
            <p:ph type="sldNum" sz="quarter" idx="12"/>
          </p:nvPr>
        </p:nvSpPr>
        <p:spPr/>
        <p:txBody>
          <a:bodyPr/>
          <a:lstStyle/>
          <a:p>
            <a:fld id="{7C823A59-F0E6-425B-B7DB-3DFA97B2953F}" type="slidenum">
              <a:rPr lang="en-GB" smtClean="0"/>
              <a:t>‹#›</a:t>
            </a:fld>
            <a:endParaRPr lang="en-GB"/>
          </a:p>
        </p:txBody>
      </p:sp>
    </p:spTree>
    <p:extLst>
      <p:ext uri="{BB962C8B-B14F-4D97-AF65-F5344CB8AC3E}">
        <p14:creationId xmlns:p14="http://schemas.microsoft.com/office/powerpoint/2010/main" val="2149262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A0015-5649-DBE2-BC71-756958D82C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0A13BAB-DB4C-8704-2534-EB9DC2B458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BEEDBD3-9A93-F253-5C25-29C4855981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14F15-0A26-09E0-C8F7-7EBAAAD87A08}"/>
              </a:ext>
            </a:extLst>
          </p:cNvPr>
          <p:cNvSpPr>
            <a:spLocks noGrp="1"/>
          </p:cNvSpPr>
          <p:nvPr>
            <p:ph type="dt" sz="half" idx="10"/>
          </p:nvPr>
        </p:nvSpPr>
        <p:spPr/>
        <p:txBody>
          <a:bodyPr/>
          <a:lstStyle/>
          <a:p>
            <a:fld id="{1615C459-7FE3-498B-965C-070187F53D7A}" type="datetimeFigureOut">
              <a:rPr lang="en-GB" smtClean="0"/>
              <a:t>26/12/2024</a:t>
            </a:fld>
            <a:endParaRPr lang="en-GB"/>
          </a:p>
        </p:txBody>
      </p:sp>
      <p:sp>
        <p:nvSpPr>
          <p:cNvPr id="6" name="Footer Placeholder 5">
            <a:extLst>
              <a:ext uri="{FF2B5EF4-FFF2-40B4-BE49-F238E27FC236}">
                <a16:creationId xmlns:a16="http://schemas.microsoft.com/office/drawing/2014/main" id="{8C95728F-7235-5A3E-3869-13E72312212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DD79AD6-D907-15E1-18BB-458262E51521}"/>
              </a:ext>
            </a:extLst>
          </p:cNvPr>
          <p:cNvSpPr>
            <a:spLocks noGrp="1"/>
          </p:cNvSpPr>
          <p:nvPr>
            <p:ph type="sldNum" sz="quarter" idx="12"/>
          </p:nvPr>
        </p:nvSpPr>
        <p:spPr/>
        <p:txBody>
          <a:bodyPr/>
          <a:lstStyle/>
          <a:p>
            <a:fld id="{7C823A59-F0E6-425B-B7DB-3DFA97B2953F}" type="slidenum">
              <a:rPr lang="en-GB" smtClean="0"/>
              <a:t>‹#›</a:t>
            </a:fld>
            <a:endParaRPr lang="en-GB"/>
          </a:p>
        </p:txBody>
      </p:sp>
    </p:spTree>
    <p:extLst>
      <p:ext uri="{BB962C8B-B14F-4D97-AF65-F5344CB8AC3E}">
        <p14:creationId xmlns:p14="http://schemas.microsoft.com/office/powerpoint/2010/main" val="3104413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93C05-39D9-82C1-37F3-66379252EB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D39AB5A-7FEC-7C88-CB42-AB82FC5B07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46B3C9D-E0AF-B806-C558-C0637B1253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FB3E73-D5CF-53D9-9DA6-453BF5FF6043}"/>
              </a:ext>
            </a:extLst>
          </p:cNvPr>
          <p:cNvSpPr>
            <a:spLocks noGrp="1"/>
          </p:cNvSpPr>
          <p:nvPr>
            <p:ph type="dt" sz="half" idx="10"/>
          </p:nvPr>
        </p:nvSpPr>
        <p:spPr/>
        <p:txBody>
          <a:bodyPr/>
          <a:lstStyle/>
          <a:p>
            <a:fld id="{1615C459-7FE3-498B-965C-070187F53D7A}" type="datetimeFigureOut">
              <a:rPr lang="en-GB" smtClean="0"/>
              <a:t>26/12/2024</a:t>
            </a:fld>
            <a:endParaRPr lang="en-GB"/>
          </a:p>
        </p:txBody>
      </p:sp>
      <p:sp>
        <p:nvSpPr>
          <p:cNvPr id="6" name="Footer Placeholder 5">
            <a:extLst>
              <a:ext uri="{FF2B5EF4-FFF2-40B4-BE49-F238E27FC236}">
                <a16:creationId xmlns:a16="http://schemas.microsoft.com/office/drawing/2014/main" id="{EFE12C9A-1DD4-C151-4991-79A05A6284D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1BD2512-A2A6-1956-0DE2-4130F2D79205}"/>
              </a:ext>
            </a:extLst>
          </p:cNvPr>
          <p:cNvSpPr>
            <a:spLocks noGrp="1"/>
          </p:cNvSpPr>
          <p:nvPr>
            <p:ph type="sldNum" sz="quarter" idx="12"/>
          </p:nvPr>
        </p:nvSpPr>
        <p:spPr/>
        <p:txBody>
          <a:bodyPr/>
          <a:lstStyle/>
          <a:p>
            <a:fld id="{7C823A59-F0E6-425B-B7DB-3DFA97B2953F}" type="slidenum">
              <a:rPr lang="en-GB" smtClean="0"/>
              <a:t>‹#›</a:t>
            </a:fld>
            <a:endParaRPr lang="en-GB"/>
          </a:p>
        </p:txBody>
      </p:sp>
    </p:spTree>
    <p:extLst>
      <p:ext uri="{BB962C8B-B14F-4D97-AF65-F5344CB8AC3E}">
        <p14:creationId xmlns:p14="http://schemas.microsoft.com/office/powerpoint/2010/main" val="2480844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1AC38-C6A8-C2C8-4D71-BCFF6E79231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4EEE691-33BF-2F30-1E5F-2C1985EFEC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456EF70-9FFD-1A6F-0BC8-E531E45785B9}"/>
              </a:ext>
            </a:extLst>
          </p:cNvPr>
          <p:cNvSpPr>
            <a:spLocks noGrp="1"/>
          </p:cNvSpPr>
          <p:nvPr>
            <p:ph type="dt" sz="half" idx="10"/>
          </p:nvPr>
        </p:nvSpPr>
        <p:spPr/>
        <p:txBody>
          <a:bodyPr/>
          <a:lstStyle/>
          <a:p>
            <a:fld id="{1615C459-7FE3-498B-965C-070187F53D7A}" type="datetimeFigureOut">
              <a:rPr lang="en-GB" smtClean="0"/>
              <a:t>26/12/2024</a:t>
            </a:fld>
            <a:endParaRPr lang="en-GB"/>
          </a:p>
        </p:txBody>
      </p:sp>
      <p:sp>
        <p:nvSpPr>
          <p:cNvPr id="5" name="Footer Placeholder 4">
            <a:extLst>
              <a:ext uri="{FF2B5EF4-FFF2-40B4-BE49-F238E27FC236}">
                <a16:creationId xmlns:a16="http://schemas.microsoft.com/office/drawing/2014/main" id="{BCC88D1A-3733-6AEC-F89E-BBF69BEFE29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37FF704-D512-96D4-D804-7CDAE2E45815}"/>
              </a:ext>
            </a:extLst>
          </p:cNvPr>
          <p:cNvSpPr>
            <a:spLocks noGrp="1"/>
          </p:cNvSpPr>
          <p:nvPr>
            <p:ph type="sldNum" sz="quarter" idx="12"/>
          </p:nvPr>
        </p:nvSpPr>
        <p:spPr/>
        <p:txBody>
          <a:bodyPr/>
          <a:lstStyle/>
          <a:p>
            <a:fld id="{7C823A59-F0E6-425B-B7DB-3DFA97B2953F}" type="slidenum">
              <a:rPr lang="en-GB" smtClean="0"/>
              <a:t>‹#›</a:t>
            </a:fld>
            <a:endParaRPr lang="en-GB"/>
          </a:p>
        </p:txBody>
      </p:sp>
    </p:spTree>
    <p:extLst>
      <p:ext uri="{BB962C8B-B14F-4D97-AF65-F5344CB8AC3E}">
        <p14:creationId xmlns:p14="http://schemas.microsoft.com/office/powerpoint/2010/main" val="3439855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5204A5-A88C-82FA-5813-401E1F98E4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E0C3618-F348-A12D-641F-C95E5744BB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982464C-AF34-D80D-0822-ACB232D55995}"/>
              </a:ext>
            </a:extLst>
          </p:cNvPr>
          <p:cNvSpPr>
            <a:spLocks noGrp="1"/>
          </p:cNvSpPr>
          <p:nvPr>
            <p:ph type="dt" sz="half" idx="10"/>
          </p:nvPr>
        </p:nvSpPr>
        <p:spPr/>
        <p:txBody>
          <a:bodyPr/>
          <a:lstStyle/>
          <a:p>
            <a:fld id="{1615C459-7FE3-498B-965C-070187F53D7A}" type="datetimeFigureOut">
              <a:rPr lang="en-GB" smtClean="0"/>
              <a:t>26/12/2024</a:t>
            </a:fld>
            <a:endParaRPr lang="en-GB"/>
          </a:p>
        </p:txBody>
      </p:sp>
      <p:sp>
        <p:nvSpPr>
          <p:cNvPr id="5" name="Footer Placeholder 4">
            <a:extLst>
              <a:ext uri="{FF2B5EF4-FFF2-40B4-BE49-F238E27FC236}">
                <a16:creationId xmlns:a16="http://schemas.microsoft.com/office/drawing/2014/main" id="{82D98094-137C-933F-3271-76422C26A58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5DB504-B9ED-BE94-EF6E-9A9F3FEA84AF}"/>
              </a:ext>
            </a:extLst>
          </p:cNvPr>
          <p:cNvSpPr>
            <a:spLocks noGrp="1"/>
          </p:cNvSpPr>
          <p:nvPr>
            <p:ph type="sldNum" sz="quarter" idx="12"/>
          </p:nvPr>
        </p:nvSpPr>
        <p:spPr/>
        <p:txBody>
          <a:bodyPr/>
          <a:lstStyle/>
          <a:p>
            <a:fld id="{7C823A59-F0E6-425B-B7DB-3DFA97B2953F}" type="slidenum">
              <a:rPr lang="en-GB" smtClean="0"/>
              <a:t>‹#›</a:t>
            </a:fld>
            <a:endParaRPr lang="en-GB"/>
          </a:p>
        </p:txBody>
      </p:sp>
    </p:spTree>
    <p:extLst>
      <p:ext uri="{BB962C8B-B14F-4D97-AF65-F5344CB8AC3E}">
        <p14:creationId xmlns:p14="http://schemas.microsoft.com/office/powerpoint/2010/main" val="1079663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2F8415-AF94-5A39-998D-2E3045D3A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2FE0815-3EEF-15FD-545B-C6AD6399A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227C8A8-2259-E9F5-91AE-A8CAE6F78E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15C459-7FE3-498B-965C-070187F53D7A}" type="datetimeFigureOut">
              <a:rPr lang="en-GB" smtClean="0"/>
              <a:t>26/12/2024</a:t>
            </a:fld>
            <a:endParaRPr lang="en-GB"/>
          </a:p>
        </p:txBody>
      </p:sp>
      <p:sp>
        <p:nvSpPr>
          <p:cNvPr id="5" name="Footer Placeholder 4">
            <a:extLst>
              <a:ext uri="{FF2B5EF4-FFF2-40B4-BE49-F238E27FC236}">
                <a16:creationId xmlns:a16="http://schemas.microsoft.com/office/drawing/2014/main" id="{12B44A0E-3D84-24A2-B13A-AB265ED62C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D8B1443-7222-DAC7-62BB-25E6B6A8BA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823A59-F0E6-425B-B7DB-3DFA97B2953F}" type="slidenum">
              <a:rPr lang="en-GB" smtClean="0"/>
              <a:t>‹#›</a:t>
            </a:fld>
            <a:endParaRPr lang="en-GB"/>
          </a:p>
        </p:txBody>
      </p:sp>
    </p:spTree>
    <p:extLst>
      <p:ext uri="{BB962C8B-B14F-4D97-AF65-F5344CB8AC3E}">
        <p14:creationId xmlns:p14="http://schemas.microsoft.com/office/powerpoint/2010/main" val="1037088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65F00C-8BFA-BDAB-2CAF-B1190E8E0B60}"/>
              </a:ext>
            </a:extLst>
          </p:cNvPr>
          <p:cNvSpPr txBox="1"/>
          <p:nvPr/>
        </p:nvSpPr>
        <p:spPr>
          <a:xfrm>
            <a:off x="2165204" y="980958"/>
            <a:ext cx="8480338" cy="646331"/>
          </a:xfrm>
          <a:prstGeom prst="rect">
            <a:avLst/>
          </a:prstGeom>
          <a:noFill/>
        </p:spPr>
        <p:txBody>
          <a:bodyPr wrap="square" rtlCol="0">
            <a:spAutoFit/>
          </a:bodyPr>
          <a:lstStyle/>
          <a:p>
            <a:r>
              <a:rPr lang="en-GB" dirty="0"/>
              <a:t>Vote app: To build the vote app docker image , from the docker file in vote folder.</a:t>
            </a:r>
          </a:p>
          <a:p>
            <a:endParaRPr lang="en-GB" dirty="0"/>
          </a:p>
        </p:txBody>
      </p:sp>
      <p:pic>
        <p:nvPicPr>
          <p:cNvPr id="8" name="Picture 7">
            <a:extLst>
              <a:ext uri="{FF2B5EF4-FFF2-40B4-BE49-F238E27FC236}">
                <a16:creationId xmlns:a16="http://schemas.microsoft.com/office/drawing/2014/main" id="{113C36D2-CE15-1DAF-F363-26858783A487}"/>
              </a:ext>
            </a:extLst>
          </p:cNvPr>
          <p:cNvPicPr>
            <a:picLocks noChangeAspect="1"/>
          </p:cNvPicPr>
          <p:nvPr/>
        </p:nvPicPr>
        <p:blipFill>
          <a:blip r:embed="rId2"/>
          <a:stretch>
            <a:fillRect/>
          </a:stretch>
        </p:blipFill>
        <p:spPr>
          <a:xfrm>
            <a:off x="2434436" y="2230444"/>
            <a:ext cx="6340389" cy="1158340"/>
          </a:xfrm>
          <a:prstGeom prst="rect">
            <a:avLst/>
          </a:prstGeom>
        </p:spPr>
      </p:pic>
      <p:pic>
        <p:nvPicPr>
          <p:cNvPr id="10" name="Picture 9">
            <a:extLst>
              <a:ext uri="{FF2B5EF4-FFF2-40B4-BE49-F238E27FC236}">
                <a16:creationId xmlns:a16="http://schemas.microsoft.com/office/drawing/2014/main" id="{5E5DB589-192E-1C45-B2FA-FD07A7C82757}"/>
              </a:ext>
            </a:extLst>
          </p:cNvPr>
          <p:cNvPicPr>
            <a:picLocks noChangeAspect="1"/>
          </p:cNvPicPr>
          <p:nvPr/>
        </p:nvPicPr>
        <p:blipFill>
          <a:blip r:embed="rId3"/>
          <a:stretch>
            <a:fillRect/>
          </a:stretch>
        </p:blipFill>
        <p:spPr>
          <a:xfrm>
            <a:off x="2466520" y="3948764"/>
            <a:ext cx="5700254" cy="739204"/>
          </a:xfrm>
          <a:prstGeom prst="rect">
            <a:avLst/>
          </a:prstGeom>
        </p:spPr>
      </p:pic>
    </p:spTree>
    <p:extLst>
      <p:ext uri="{BB962C8B-B14F-4D97-AF65-F5344CB8AC3E}">
        <p14:creationId xmlns:p14="http://schemas.microsoft.com/office/powerpoint/2010/main" val="2999611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1CFC9B-F441-7427-0A28-5CC40306F8D1}"/>
              </a:ext>
            </a:extLst>
          </p:cNvPr>
          <p:cNvPicPr>
            <a:picLocks noChangeAspect="1"/>
          </p:cNvPicPr>
          <p:nvPr/>
        </p:nvPicPr>
        <p:blipFill>
          <a:blip r:embed="rId2"/>
          <a:stretch>
            <a:fillRect/>
          </a:stretch>
        </p:blipFill>
        <p:spPr>
          <a:xfrm>
            <a:off x="1936574" y="1949844"/>
            <a:ext cx="7125317" cy="1707028"/>
          </a:xfrm>
          <a:prstGeom prst="rect">
            <a:avLst/>
          </a:prstGeom>
        </p:spPr>
      </p:pic>
      <p:sp>
        <p:nvSpPr>
          <p:cNvPr id="4" name="TextBox 3">
            <a:extLst>
              <a:ext uri="{FF2B5EF4-FFF2-40B4-BE49-F238E27FC236}">
                <a16:creationId xmlns:a16="http://schemas.microsoft.com/office/drawing/2014/main" id="{3F73B3D6-DF9C-2CD1-C368-6715ABB35C56}"/>
              </a:ext>
            </a:extLst>
          </p:cNvPr>
          <p:cNvSpPr txBox="1"/>
          <p:nvPr/>
        </p:nvSpPr>
        <p:spPr>
          <a:xfrm>
            <a:off x="4280032" y="837398"/>
            <a:ext cx="2438400" cy="369332"/>
          </a:xfrm>
          <a:prstGeom prst="rect">
            <a:avLst/>
          </a:prstGeom>
          <a:noFill/>
        </p:spPr>
        <p:txBody>
          <a:bodyPr wrap="square" rtlCol="0">
            <a:spAutoFit/>
          </a:bodyPr>
          <a:lstStyle/>
          <a:p>
            <a:r>
              <a:rPr lang="en-GB" dirty="0"/>
              <a:t>Docker Hub login</a:t>
            </a:r>
          </a:p>
        </p:txBody>
      </p:sp>
    </p:spTree>
    <p:extLst>
      <p:ext uri="{BB962C8B-B14F-4D97-AF65-F5344CB8AC3E}">
        <p14:creationId xmlns:p14="http://schemas.microsoft.com/office/powerpoint/2010/main" val="175735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A270A1-7BED-FC25-B29D-51049CCD1A1A}"/>
              </a:ext>
            </a:extLst>
          </p:cNvPr>
          <p:cNvSpPr txBox="1"/>
          <p:nvPr/>
        </p:nvSpPr>
        <p:spPr>
          <a:xfrm>
            <a:off x="3144250" y="510138"/>
            <a:ext cx="6028625" cy="369332"/>
          </a:xfrm>
          <a:prstGeom prst="rect">
            <a:avLst/>
          </a:prstGeom>
          <a:noFill/>
        </p:spPr>
        <p:txBody>
          <a:bodyPr wrap="square" rtlCol="0">
            <a:spAutoFit/>
          </a:bodyPr>
          <a:lstStyle/>
          <a:p>
            <a:r>
              <a:rPr lang="en-GB" dirty="0"/>
              <a:t>Vote app: Docker tag and pushing  to the docker hub</a:t>
            </a:r>
          </a:p>
        </p:txBody>
      </p:sp>
      <p:pic>
        <p:nvPicPr>
          <p:cNvPr id="6" name="Picture 5">
            <a:extLst>
              <a:ext uri="{FF2B5EF4-FFF2-40B4-BE49-F238E27FC236}">
                <a16:creationId xmlns:a16="http://schemas.microsoft.com/office/drawing/2014/main" id="{41DB3740-F23A-3553-EC37-D30ABFF8ED16}"/>
              </a:ext>
            </a:extLst>
          </p:cNvPr>
          <p:cNvPicPr>
            <a:picLocks noChangeAspect="1"/>
          </p:cNvPicPr>
          <p:nvPr/>
        </p:nvPicPr>
        <p:blipFill>
          <a:blip r:embed="rId2"/>
          <a:stretch>
            <a:fillRect/>
          </a:stretch>
        </p:blipFill>
        <p:spPr>
          <a:xfrm>
            <a:off x="2007546" y="1291118"/>
            <a:ext cx="7445385" cy="1638442"/>
          </a:xfrm>
          <a:prstGeom prst="rect">
            <a:avLst/>
          </a:prstGeom>
        </p:spPr>
      </p:pic>
      <p:pic>
        <p:nvPicPr>
          <p:cNvPr id="8" name="Picture 7">
            <a:extLst>
              <a:ext uri="{FF2B5EF4-FFF2-40B4-BE49-F238E27FC236}">
                <a16:creationId xmlns:a16="http://schemas.microsoft.com/office/drawing/2014/main" id="{ED27FACB-55FA-DCFA-0BEB-6D7D6F512185}"/>
              </a:ext>
            </a:extLst>
          </p:cNvPr>
          <p:cNvPicPr>
            <a:picLocks noChangeAspect="1"/>
          </p:cNvPicPr>
          <p:nvPr/>
        </p:nvPicPr>
        <p:blipFill>
          <a:blip r:embed="rId3"/>
          <a:stretch>
            <a:fillRect/>
          </a:stretch>
        </p:blipFill>
        <p:spPr>
          <a:xfrm>
            <a:off x="125129" y="3341208"/>
            <a:ext cx="12192000" cy="3299847"/>
          </a:xfrm>
          <a:prstGeom prst="rect">
            <a:avLst/>
          </a:prstGeom>
        </p:spPr>
      </p:pic>
    </p:spTree>
    <p:extLst>
      <p:ext uri="{BB962C8B-B14F-4D97-AF65-F5344CB8AC3E}">
        <p14:creationId xmlns:p14="http://schemas.microsoft.com/office/powerpoint/2010/main" val="2779832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01F46E-7232-EE42-B8AC-82B4B3E4AF2B}"/>
              </a:ext>
            </a:extLst>
          </p:cNvPr>
          <p:cNvSpPr txBox="1"/>
          <p:nvPr/>
        </p:nvSpPr>
        <p:spPr>
          <a:xfrm>
            <a:off x="2165204" y="980958"/>
            <a:ext cx="8480338" cy="646331"/>
          </a:xfrm>
          <a:prstGeom prst="rect">
            <a:avLst/>
          </a:prstGeom>
          <a:noFill/>
        </p:spPr>
        <p:txBody>
          <a:bodyPr wrap="square" rtlCol="0">
            <a:spAutoFit/>
          </a:bodyPr>
          <a:lstStyle/>
          <a:p>
            <a:r>
              <a:rPr lang="en-GB" dirty="0"/>
              <a:t>worker app: To build the worker app docker image , from the docker file in vote folder.</a:t>
            </a:r>
          </a:p>
          <a:p>
            <a:endParaRPr lang="en-GB" dirty="0"/>
          </a:p>
        </p:txBody>
      </p:sp>
      <p:pic>
        <p:nvPicPr>
          <p:cNvPr id="10" name="Picture 9">
            <a:extLst>
              <a:ext uri="{FF2B5EF4-FFF2-40B4-BE49-F238E27FC236}">
                <a16:creationId xmlns:a16="http://schemas.microsoft.com/office/drawing/2014/main" id="{B410D4F0-110F-2872-44D7-0ADE5F809955}"/>
              </a:ext>
            </a:extLst>
          </p:cNvPr>
          <p:cNvPicPr>
            <a:picLocks noChangeAspect="1"/>
          </p:cNvPicPr>
          <p:nvPr/>
        </p:nvPicPr>
        <p:blipFill>
          <a:blip r:embed="rId2"/>
          <a:stretch>
            <a:fillRect/>
          </a:stretch>
        </p:blipFill>
        <p:spPr>
          <a:xfrm>
            <a:off x="2792443" y="2079435"/>
            <a:ext cx="6607113" cy="1455546"/>
          </a:xfrm>
          <a:prstGeom prst="rect">
            <a:avLst/>
          </a:prstGeom>
        </p:spPr>
      </p:pic>
      <p:pic>
        <p:nvPicPr>
          <p:cNvPr id="12" name="Picture 11">
            <a:extLst>
              <a:ext uri="{FF2B5EF4-FFF2-40B4-BE49-F238E27FC236}">
                <a16:creationId xmlns:a16="http://schemas.microsoft.com/office/drawing/2014/main" id="{3A567379-DA82-AE2A-68CB-2676B7821FBB}"/>
              </a:ext>
            </a:extLst>
          </p:cNvPr>
          <p:cNvPicPr>
            <a:picLocks noChangeAspect="1"/>
          </p:cNvPicPr>
          <p:nvPr/>
        </p:nvPicPr>
        <p:blipFill>
          <a:blip r:embed="rId3"/>
          <a:stretch>
            <a:fillRect/>
          </a:stretch>
        </p:blipFill>
        <p:spPr>
          <a:xfrm>
            <a:off x="2792443" y="4436327"/>
            <a:ext cx="5745978" cy="838273"/>
          </a:xfrm>
          <a:prstGeom prst="rect">
            <a:avLst/>
          </a:prstGeom>
        </p:spPr>
      </p:pic>
    </p:spTree>
    <p:extLst>
      <p:ext uri="{BB962C8B-B14F-4D97-AF65-F5344CB8AC3E}">
        <p14:creationId xmlns:p14="http://schemas.microsoft.com/office/powerpoint/2010/main" val="2123359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995E8-9C2D-37FD-6BB9-6D52FE532B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912549-020A-1B20-59B5-C93E489D9681}"/>
              </a:ext>
            </a:extLst>
          </p:cNvPr>
          <p:cNvSpPr txBox="1"/>
          <p:nvPr/>
        </p:nvSpPr>
        <p:spPr>
          <a:xfrm>
            <a:off x="2165204" y="980958"/>
            <a:ext cx="8480338" cy="369332"/>
          </a:xfrm>
          <a:prstGeom prst="rect">
            <a:avLst/>
          </a:prstGeom>
          <a:noFill/>
        </p:spPr>
        <p:txBody>
          <a:bodyPr wrap="square" rtlCol="0">
            <a:spAutoFit/>
          </a:bodyPr>
          <a:lstStyle/>
          <a:p>
            <a:r>
              <a:rPr lang="en-GB" dirty="0"/>
              <a:t>worker app: To push the docker image to docker hub.</a:t>
            </a:r>
          </a:p>
        </p:txBody>
      </p:sp>
      <p:pic>
        <p:nvPicPr>
          <p:cNvPr id="4" name="Picture 3">
            <a:extLst>
              <a:ext uri="{FF2B5EF4-FFF2-40B4-BE49-F238E27FC236}">
                <a16:creationId xmlns:a16="http://schemas.microsoft.com/office/drawing/2014/main" id="{38C93235-56C6-C648-7A92-369917CD32EA}"/>
              </a:ext>
            </a:extLst>
          </p:cNvPr>
          <p:cNvPicPr>
            <a:picLocks noChangeAspect="1"/>
          </p:cNvPicPr>
          <p:nvPr/>
        </p:nvPicPr>
        <p:blipFill>
          <a:blip r:embed="rId2"/>
          <a:stretch>
            <a:fillRect/>
          </a:stretch>
        </p:blipFill>
        <p:spPr>
          <a:xfrm>
            <a:off x="1663866" y="1735025"/>
            <a:ext cx="7895004" cy="1120237"/>
          </a:xfrm>
          <a:prstGeom prst="rect">
            <a:avLst/>
          </a:prstGeom>
        </p:spPr>
      </p:pic>
      <p:pic>
        <p:nvPicPr>
          <p:cNvPr id="6" name="Picture 5">
            <a:extLst>
              <a:ext uri="{FF2B5EF4-FFF2-40B4-BE49-F238E27FC236}">
                <a16:creationId xmlns:a16="http://schemas.microsoft.com/office/drawing/2014/main" id="{D2163E83-0E58-5AA2-9883-9842F19507B9}"/>
              </a:ext>
            </a:extLst>
          </p:cNvPr>
          <p:cNvPicPr>
            <a:picLocks noChangeAspect="1"/>
          </p:cNvPicPr>
          <p:nvPr/>
        </p:nvPicPr>
        <p:blipFill>
          <a:blip r:embed="rId3"/>
          <a:stretch>
            <a:fillRect/>
          </a:stretch>
        </p:blipFill>
        <p:spPr>
          <a:xfrm>
            <a:off x="33528" y="3646704"/>
            <a:ext cx="12192000" cy="2344368"/>
          </a:xfrm>
          <a:prstGeom prst="rect">
            <a:avLst/>
          </a:prstGeom>
        </p:spPr>
      </p:pic>
    </p:spTree>
    <p:extLst>
      <p:ext uri="{BB962C8B-B14F-4D97-AF65-F5344CB8AC3E}">
        <p14:creationId xmlns:p14="http://schemas.microsoft.com/office/powerpoint/2010/main" val="4207018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C3B527-ACFF-A6D7-D642-AE74F0FE5111}"/>
              </a:ext>
            </a:extLst>
          </p:cNvPr>
          <p:cNvPicPr>
            <a:picLocks noChangeAspect="1"/>
          </p:cNvPicPr>
          <p:nvPr/>
        </p:nvPicPr>
        <p:blipFill>
          <a:blip r:embed="rId2"/>
          <a:stretch>
            <a:fillRect/>
          </a:stretch>
        </p:blipFill>
        <p:spPr>
          <a:xfrm>
            <a:off x="2165204" y="1900540"/>
            <a:ext cx="7018628" cy="1112616"/>
          </a:xfrm>
          <a:prstGeom prst="rect">
            <a:avLst/>
          </a:prstGeom>
        </p:spPr>
      </p:pic>
      <p:sp>
        <p:nvSpPr>
          <p:cNvPr id="4" name="TextBox 3">
            <a:extLst>
              <a:ext uri="{FF2B5EF4-FFF2-40B4-BE49-F238E27FC236}">
                <a16:creationId xmlns:a16="http://schemas.microsoft.com/office/drawing/2014/main" id="{A9625A97-CE62-233E-695A-077C0CD399F9}"/>
              </a:ext>
            </a:extLst>
          </p:cNvPr>
          <p:cNvSpPr txBox="1"/>
          <p:nvPr/>
        </p:nvSpPr>
        <p:spPr>
          <a:xfrm>
            <a:off x="2165204" y="980958"/>
            <a:ext cx="8480338" cy="369332"/>
          </a:xfrm>
          <a:prstGeom prst="rect">
            <a:avLst/>
          </a:prstGeom>
          <a:noFill/>
        </p:spPr>
        <p:txBody>
          <a:bodyPr wrap="square" rtlCol="0">
            <a:spAutoFit/>
          </a:bodyPr>
          <a:lstStyle/>
          <a:p>
            <a:r>
              <a:rPr lang="en-GB" dirty="0"/>
              <a:t>Result app : To build the docker image </a:t>
            </a:r>
          </a:p>
        </p:txBody>
      </p:sp>
      <p:pic>
        <p:nvPicPr>
          <p:cNvPr id="6" name="Picture 5">
            <a:extLst>
              <a:ext uri="{FF2B5EF4-FFF2-40B4-BE49-F238E27FC236}">
                <a16:creationId xmlns:a16="http://schemas.microsoft.com/office/drawing/2014/main" id="{DF425147-3621-CBC4-BA6C-472214D0A8A1}"/>
              </a:ext>
            </a:extLst>
          </p:cNvPr>
          <p:cNvPicPr>
            <a:picLocks noChangeAspect="1"/>
          </p:cNvPicPr>
          <p:nvPr/>
        </p:nvPicPr>
        <p:blipFill>
          <a:blip r:embed="rId3"/>
          <a:stretch>
            <a:fillRect/>
          </a:stretch>
        </p:blipFill>
        <p:spPr>
          <a:xfrm>
            <a:off x="2264891" y="3733747"/>
            <a:ext cx="5852667" cy="1219306"/>
          </a:xfrm>
          <a:prstGeom prst="rect">
            <a:avLst/>
          </a:prstGeom>
        </p:spPr>
      </p:pic>
    </p:spTree>
    <p:extLst>
      <p:ext uri="{BB962C8B-B14F-4D97-AF65-F5344CB8AC3E}">
        <p14:creationId xmlns:p14="http://schemas.microsoft.com/office/powerpoint/2010/main" val="2959316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077043-07CC-4D02-0E5C-E0A2E4DD76F5}"/>
              </a:ext>
            </a:extLst>
          </p:cNvPr>
          <p:cNvPicPr>
            <a:picLocks noChangeAspect="1"/>
          </p:cNvPicPr>
          <p:nvPr/>
        </p:nvPicPr>
        <p:blipFill>
          <a:blip r:embed="rId2"/>
          <a:stretch>
            <a:fillRect/>
          </a:stretch>
        </p:blipFill>
        <p:spPr>
          <a:xfrm>
            <a:off x="0" y="4008017"/>
            <a:ext cx="12192000" cy="2153055"/>
          </a:xfrm>
          <a:prstGeom prst="rect">
            <a:avLst/>
          </a:prstGeom>
        </p:spPr>
      </p:pic>
      <p:pic>
        <p:nvPicPr>
          <p:cNvPr id="5" name="Picture 4">
            <a:extLst>
              <a:ext uri="{FF2B5EF4-FFF2-40B4-BE49-F238E27FC236}">
                <a16:creationId xmlns:a16="http://schemas.microsoft.com/office/drawing/2014/main" id="{75A2E962-6EF0-EB02-0044-EBCEAA596490}"/>
              </a:ext>
            </a:extLst>
          </p:cNvPr>
          <p:cNvPicPr>
            <a:picLocks noChangeAspect="1"/>
          </p:cNvPicPr>
          <p:nvPr/>
        </p:nvPicPr>
        <p:blipFill>
          <a:blip r:embed="rId3"/>
          <a:stretch>
            <a:fillRect/>
          </a:stretch>
        </p:blipFill>
        <p:spPr>
          <a:xfrm>
            <a:off x="2275233" y="1844056"/>
            <a:ext cx="7834039" cy="2011854"/>
          </a:xfrm>
          <a:prstGeom prst="rect">
            <a:avLst/>
          </a:prstGeom>
        </p:spPr>
      </p:pic>
      <p:sp>
        <p:nvSpPr>
          <p:cNvPr id="6" name="TextBox 5">
            <a:extLst>
              <a:ext uri="{FF2B5EF4-FFF2-40B4-BE49-F238E27FC236}">
                <a16:creationId xmlns:a16="http://schemas.microsoft.com/office/drawing/2014/main" id="{D6E3F861-4F11-6E85-1FA7-A9A585E28EB3}"/>
              </a:ext>
            </a:extLst>
          </p:cNvPr>
          <p:cNvSpPr txBox="1"/>
          <p:nvPr/>
        </p:nvSpPr>
        <p:spPr>
          <a:xfrm>
            <a:off x="2367335" y="903956"/>
            <a:ext cx="8480338" cy="369332"/>
          </a:xfrm>
          <a:prstGeom prst="rect">
            <a:avLst/>
          </a:prstGeom>
          <a:noFill/>
        </p:spPr>
        <p:txBody>
          <a:bodyPr wrap="square" rtlCol="0">
            <a:spAutoFit/>
          </a:bodyPr>
          <a:lstStyle/>
          <a:p>
            <a:r>
              <a:rPr lang="en-GB" dirty="0"/>
              <a:t>Result app : To push the docker image </a:t>
            </a:r>
          </a:p>
        </p:txBody>
      </p:sp>
    </p:spTree>
    <p:extLst>
      <p:ext uri="{BB962C8B-B14F-4D97-AF65-F5344CB8AC3E}">
        <p14:creationId xmlns:p14="http://schemas.microsoft.com/office/powerpoint/2010/main" val="3540070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21A688-2418-917E-F690-EA5DD7300448}"/>
              </a:ext>
            </a:extLst>
          </p:cNvPr>
          <p:cNvPicPr>
            <a:picLocks noChangeAspect="1"/>
          </p:cNvPicPr>
          <p:nvPr/>
        </p:nvPicPr>
        <p:blipFill>
          <a:blip r:embed="rId2"/>
          <a:stretch>
            <a:fillRect/>
          </a:stretch>
        </p:blipFill>
        <p:spPr>
          <a:xfrm>
            <a:off x="1865785" y="1900476"/>
            <a:ext cx="7209145" cy="2575783"/>
          </a:xfrm>
          <a:prstGeom prst="rect">
            <a:avLst/>
          </a:prstGeom>
        </p:spPr>
      </p:pic>
      <p:sp>
        <p:nvSpPr>
          <p:cNvPr id="4" name="TextBox 3">
            <a:extLst>
              <a:ext uri="{FF2B5EF4-FFF2-40B4-BE49-F238E27FC236}">
                <a16:creationId xmlns:a16="http://schemas.microsoft.com/office/drawing/2014/main" id="{548AFBE4-1F3E-4C16-612A-76A06BA570A6}"/>
              </a:ext>
            </a:extLst>
          </p:cNvPr>
          <p:cNvSpPr txBox="1"/>
          <p:nvPr/>
        </p:nvSpPr>
        <p:spPr>
          <a:xfrm>
            <a:off x="2839453" y="827773"/>
            <a:ext cx="4620126" cy="369332"/>
          </a:xfrm>
          <a:prstGeom prst="rect">
            <a:avLst/>
          </a:prstGeom>
          <a:noFill/>
        </p:spPr>
        <p:txBody>
          <a:bodyPr wrap="square" rtlCol="0">
            <a:spAutoFit/>
          </a:bodyPr>
          <a:lstStyle/>
          <a:p>
            <a:r>
              <a:rPr lang="en-GB" dirty="0"/>
              <a:t>Create network frontend and backend.</a:t>
            </a:r>
          </a:p>
        </p:txBody>
      </p:sp>
    </p:spTree>
    <p:extLst>
      <p:ext uri="{BB962C8B-B14F-4D97-AF65-F5344CB8AC3E}">
        <p14:creationId xmlns:p14="http://schemas.microsoft.com/office/powerpoint/2010/main" val="3015258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3B51A6-1B1A-37C0-C171-D99CCDDC141C}"/>
              </a:ext>
            </a:extLst>
          </p:cNvPr>
          <p:cNvPicPr>
            <a:picLocks noChangeAspect="1"/>
          </p:cNvPicPr>
          <p:nvPr/>
        </p:nvPicPr>
        <p:blipFill>
          <a:blip r:embed="rId2"/>
          <a:stretch>
            <a:fillRect/>
          </a:stretch>
        </p:blipFill>
        <p:spPr>
          <a:xfrm>
            <a:off x="777558" y="892485"/>
            <a:ext cx="10234547" cy="1310754"/>
          </a:xfrm>
          <a:prstGeom prst="rect">
            <a:avLst/>
          </a:prstGeom>
        </p:spPr>
      </p:pic>
      <p:sp>
        <p:nvSpPr>
          <p:cNvPr id="5" name="TextBox 4">
            <a:extLst>
              <a:ext uri="{FF2B5EF4-FFF2-40B4-BE49-F238E27FC236}">
                <a16:creationId xmlns:a16="http://schemas.microsoft.com/office/drawing/2014/main" id="{B3D3A4BB-805B-B65D-BB7F-0DCB689E8800}"/>
              </a:ext>
            </a:extLst>
          </p:cNvPr>
          <p:cNvSpPr txBox="1"/>
          <p:nvPr/>
        </p:nvSpPr>
        <p:spPr>
          <a:xfrm>
            <a:off x="777558" y="165118"/>
            <a:ext cx="10164278" cy="646331"/>
          </a:xfrm>
          <a:prstGeom prst="rect">
            <a:avLst/>
          </a:prstGeom>
          <a:noFill/>
        </p:spPr>
        <p:txBody>
          <a:bodyPr wrap="square">
            <a:spAutoFit/>
          </a:bodyPr>
          <a:lstStyle/>
          <a:p>
            <a:pPr algn="l">
              <a:buFont typeface="+mj-lt"/>
              <a:buAutoNum type="arabicPeriod"/>
            </a:pPr>
            <a:r>
              <a:rPr lang="en-GB" b="0" i="0" dirty="0">
                <a:solidFill>
                  <a:srgbClr val="000000"/>
                </a:solidFill>
                <a:effectLst/>
                <a:latin typeface="Inter"/>
              </a:rPr>
              <a:t>Create a container form the voting app image and connect it to the frontend network. The exposed port for voting app is 5000. Verify this by inspecting docker image or check the exposed port in </a:t>
            </a:r>
            <a:r>
              <a:rPr lang="en-GB" b="0" i="0" dirty="0" err="1">
                <a:solidFill>
                  <a:srgbClr val="000000"/>
                </a:solidFill>
                <a:effectLst/>
                <a:latin typeface="Inter"/>
              </a:rPr>
              <a:t>Dockerfile</a:t>
            </a:r>
            <a:r>
              <a:rPr lang="en-GB" b="0" i="0" dirty="0">
                <a:solidFill>
                  <a:srgbClr val="000000"/>
                </a:solidFill>
                <a:effectLst/>
                <a:latin typeface="Inter"/>
              </a:rPr>
              <a:t>.</a:t>
            </a:r>
          </a:p>
        </p:txBody>
      </p:sp>
      <p:pic>
        <p:nvPicPr>
          <p:cNvPr id="7" name="Picture 6">
            <a:extLst>
              <a:ext uri="{FF2B5EF4-FFF2-40B4-BE49-F238E27FC236}">
                <a16:creationId xmlns:a16="http://schemas.microsoft.com/office/drawing/2014/main" id="{864C89A1-DEE6-DAF0-4D90-8325158260EB}"/>
              </a:ext>
            </a:extLst>
          </p:cNvPr>
          <p:cNvPicPr>
            <a:picLocks noChangeAspect="1"/>
          </p:cNvPicPr>
          <p:nvPr/>
        </p:nvPicPr>
        <p:blipFill>
          <a:blip r:embed="rId3"/>
          <a:stretch>
            <a:fillRect/>
          </a:stretch>
        </p:blipFill>
        <p:spPr>
          <a:xfrm>
            <a:off x="1721705" y="2203239"/>
            <a:ext cx="3086367" cy="1767993"/>
          </a:xfrm>
          <a:prstGeom prst="rect">
            <a:avLst/>
          </a:prstGeom>
        </p:spPr>
      </p:pic>
      <p:sp>
        <p:nvSpPr>
          <p:cNvPr id="8" name="TextBox 7">
            <a:extLst>
              <a:ext uri="{FF2B5EF4-FFF2-40B4-BE49-F238E27FC236}">
                <a16:creationId xmlns:a16="http://schemas.microsoft.com/office/drawing/2014/main" id="{6D03D8E0-FDBF-DEA8-A3B3-DF70F911FED5}"/>
              </a:ext>
            </a:extLst>
          </p:cNvPr>
          <p:cNvSpPr txBox="1"/>
          <p:nvPr/>
        </p:nvSpPr>
        <p:spPr>
          <a:xfrm>
            <a:off x="5859697" y="2476546"/>
            <a:ext cx="2651760" cy="646331"/>
          </a:xfrm>
          <a:prstGeom prst="rect">
            <a:avLst/>
          </a:prstGeom>
          <a:noFill/>
        </p:spPr>
        <p:txBody>
          <a:bodyPr wrap="square" rtlCol="0">
            <a:spAutoFit/>
          </a:bodyPr>
          <a:lstStyle/>
          <a:p>
            <a:r>
              <a:rPr lang="en-GB" dirty="0"/>
              <a:t>Host port : 5000</a:t>
            </a:r>
          </a:p>
          <a:p>
            <a:r>
              <a:rPr lang="en-GB" dirty="0"/>
              <a:t>Container port : 80</a:t>
            </a:r>
          </a:p>
        </p:txBody>
      </p:sp>
      <p:pic>
        <p:nvPicPr>
          <p:cNvPr id="10" name="Picture 9">
            <a:extLst>
              <a:ext uri="{FF2B5EF4-FFF2-40B4-BE49-F238E27FC236}">
                <a16:creationId xmlns:a16="http://schemas.microsoft.com/office/drawing/2014/main" id="{031A7950-B318-495B-C532-B01E84DDEBEE}"/>
              </a:ext>
            </a:extLst>
          </p:cNvPr>
          <p:cNvPicPr>
            <a:picLocks noChangeAspect="1"/>
          </p:cNvPicPr>
          <p:nvPr/>
        </p:nvPicPr>
        <p:blipFill>
          <a:blip r:embed="rId4"/>
          <a:stretch>
            <a:fillRect/>
          </a:stretch>
        </p:blipFill>
        <p:spPr>
          <a:xfrm>
            <a:off x="944465" y="4076459"/>
            <a:ext cx="9571549" cy="2781541"/>
          </a:xfrm>
          <a:prstGeom prst="rect">
            <a:avLst/>
          </a:prstGeom>
        </p:spPr>
      </p:pic>
    </p:spTree>
    <p:extLst>
      <p:ext uri="{BB962C8B-B14F-4D97-AF65-F5344CB8AC3E}">
        <p14:creationId xmlns:p14="http://schemas.microsoft.com/office/powerpoint/2010/main" val="1414740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98A596-2FDF-765A-E544-6AE0E4371E81}"/>
              </a:ext>
            </a:extLst>
          </p:cNvPr>
          <p:cNvPicPr>
            <a:picLocks noChangeAspect="1"/>
          </p:cNvPicPr>
          <p:nvPr/>
        </p:nvPicPr>
        <p:blipFill>
          <a:blip r:embed="rId2"/>
          <a:stretch>
            <a:fillRect/>
          </a:stretch>
        </p:blipFill>
        <p:spPr>
          <a:xfrm>
            <a:off x="470691" y="1291827"/>
            <a:ext cx="4313294" cy="1143099"/>
          </a:xfrm>
          <a:prstGeom prst="rect">
            <a:avLst/>
          </a:prstGeom>
        </p:spPr>
      </p:pic>
      <p:pic>
        <p:nvPicPr>
          <p:cNvPr id="6" name="Picture 5">
            <a:extLst>
              <a:ext uri="{FF2B5EF4-FFF2-40B4-BE49-F238E27FC236}">
                <a16:creationId xmlns:a16="http://schemas.microsoft.com/office/drawing/2014/main" id="{C7F37E0D-B93A-A75E-F213-C3812BA6BEE3}"/>
              </a:ext>
            </a:extLst>
          </p:cNvPr>
          <p:cNvPicPr>
            <a:picLocks noChangeAspect="1"/>
          </p:cNvPicPr>
          <p:nvPr/>
        </p:nvPicPr>
        <p:blipFill>
          <a:blip r:embed="rId3"/>
          <a:stretch>
            <a:fillRect/>
          </a:stretch>
        </p:blipFill>
        <p:spPr>
          <a:xfrm>
            <a:off x="251235" y="2860990"/>
            <a:ext cx="5197290" cy="1882303"/>
          </a:xfrm>
          <a:prstGeom prst="rect">
            <a:avLst/>
          </a:prstGeom>
        </p:spPr>
      </p:pic>
      <p:pic>
        <p:nvPicPr>
          <p:cNvPr id="8" name="Picture 7">
            <a:extLst>
              <a:ext uri="{FF2B5EF4-FFF2-40B4-BE49-F238E27FC236}">
                <a16:creationId xmlns:a16="http://schemas.microsoft.com/office/drawing/2014/main" id="{EA13330F-0E43-94B6-FE1E-BFA2E3D3F64B}"/>
              </a:ext>
            </a:extLst>
          </p:cNvPr>
          <p:cNvPicPr>
            <a:picLocks noChangeAspect="1"/>
          </p:cNvPicPr>
          <p:nvPr/>
        </p:nvPicPr>
        <p:blipFill>
          <a:blip r:embed="rId4"/>
          <a:stretch>
            <a:fillRect/>
          </a:stretch>
        </p:blipFill>
        <p:spPr>
          <a:xfrm>
            <a:off x="81119" y="5187647"/>
            <a:ext cx="9579170" cy="1127858"/>
          </a:xfrm>
          <a:prstGeom prst="rect">
            <a:avLst/>
          </a:prstGeom>
        </p:spPr>
      </p:pic>
      <p:cxnSp>
        <p:nvCxnSpPr>
          <p:cNvPr id="10" name="Straight Arrow Connector 9">
            <a:extLst>
              <a:ext uri="{FF2B5EF4-FFF2-40B4-BE49-F238E27FC236}">
                <a16:creationId xmlns:a16="http://schemas.microsoft.com/office/drawing/2014/main" id="{A5A5DF2F-A66C-12A1-5451-E755C1808401}"/>
              </a:ext>
            </a:extLst>
          </p:cNvPr>
          <p:cNvCxnSpPr>
            <a:stCxn id="4" idx="2"/>
          </p:cNvCxnSpPr>
          <p:nvPr/>
        </p:nvCxnSpPr>
        <p:spPr>
          <a:xfrm>
            <a:off x="2627338" y="2434926"/>
            <a:ext cx="0" cy="4260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BCC0F29-7EC8-68C6-D8EF-92A5E070B600}"/>
              </a:ext>
            </a:extLst>
          </p:cNvPr>
          <p:cNvCxnSpPr>
            <a:stCxn id="6" idx="2"/>
          </p:cNvCxnSpPr>
          <p:nvPr/>
        </p:nvCxnSpPr>
        <p:spPr>
          <a:xfrm>
            <a:off x="2849880" y="4743293"/>
            <a:ext cx="0" cy="3316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443299C4-F74D-1539-AD1C-AF7C0D81186D}"/>
              </a:ext>
            </a:extLst>
          </p:cNvPr>
          <p:cNvPicPr>
            <a:picLocks noChangeAspect="1"/>
          </p:cNvPicPr>
          <p:nvPr/>
        </p:nvPicPr>
        <p:blipFill>
          <a:blip r:embed="rId5"/>
          <a:stretch>
            <a:fillRect/>
          </a:stretch>
        </p:blipFill>
        <p:spPr>
          <a:xfrm>
            <a:off x="8855730" y="2706381"/>
            <a:ext cx="2705334" cy="1600339"/>
          </a:xfrm>
          <a:prstGeom prst="rect">
            <a:avLst/>
          </a:prstGeom>
        </p:spPr>
      </p:pic>
      <p:pic>
        <p:nvPicPr>
          <p:cNvPr id="16" name="Picture 15">
            <a:extLst>
              <a:ext uri="{FF2B5EF4-FFF2-40B4-BE49-F238E27FC236}">
                <a16:creationId xmlns:a16="http://schemas.microsoft.com/office/drawing/2014/main" id="{5F247633-EDB4-0D9C-A890-1CE3769A1F6C}"/>
              </a:ext>
            </a:extLst>
          </p:cNvPr>
          <p:cNvPicPr>
            <a:picLocks noChangeAspect="1"/>
          </p:cNvPicPr>
          <p:nvPr/>
        </p:nvPicPr>
        <p:blipFill>
          <a:blip r:embed="rId6"/>
          <a:stretch>
            <a:fillRect/>
          </a:stretch>
        </p:blipFill>
        <p:spPr>
          <a:xfrm>
            <a:off x="6632975" y="1873784"/>
            <a:ext cx="5418290" cy="586791"/>
          </a:xfrm>
          <a:prstGeom prst="rect">
            <a:avLst/>
          </a:prstGeom>
        </p:spPr>
      </p:pic>
      <p:cxnSp>
        <p:nvCxnSpPr>
          <p:cNvPr id="18" name="Straight Arrow Connector 17">
            <a:extLst>
              <a:ext uri="{FF2B5EF4-FFF2-40B4-BE49-F238E27FC236}">
                <a16:creationId xmlns:a16="http://schemas.microsoft.com/office/drawing/2014/main" id="{D9D9763C-02B5-C767-12F1-518DACEED4D7}"/>
              </a:ext>
            </a:extLst>
          </p:cNvPr>
          <p:cNvCxnSpPr>
            <a:cxnSpLocks/>
          </p:cNvCxnSpPr>
          <p:nvPr/>
        </p:nvCxnSpPr>
        <p:spPr>
          <a:xfrm flipV="1">
            <a:off x="6007608" y="3429000"/>
            <a:ext cx="1280160" cy="16459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BD9D7AEF-09CE-3714-AF47-41954FAD024C}"/>
              </a:ext>
            </a:extLst>
          </p:cNvPr>
          <p:cNvSpPr txBox="1"/>
          <p:nvPr/>
        </p:nvSpPr>
        <p:spPr>
          <a:xfrm>
            <a:off x="1106424" y="93503"/>
            <a:ext cx="10614885" cy="135421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00000"/>
                </a:solidFill>
                <a:effectLst/>
                <a:latin typeface="Inter"/>
              </a:rPr>
              <a:t>Create another container from the </a:t>
            </a:r>
            <a:r>
              <a:rPr kumimoji="0" lang="en-US" altLang="en-US" sz="1800" b="0" i="0" u="none" strike="noStrike" cap="none" normalizeH="0" baseline="0" dirty="0" err="1">
                <a:ln>
                  <a:noFill/>
                </a:ln>
                <a:solidFill>
                  <a:srgbClr val="000000"/>
                </a:solidFill>
                <a:effectLst/>
                <a:latin typeface="Inter"/>
              </a:rPr>
              <a:t>redis</a:t>
            </a:r>
            <a:r>
              <a:rPr kumimoji="0" lang="en-US" altLang="en-US" sz="1800" b="0" i="0" u="none" strike="noStrike" cap="none" normalizeH="0" baseline="0" dirty="0">
                <a:ln>
                  <a:noFill/>
                </a:ln>
                <a:solidFill>
                  <a:srgbClr val="000000"/>
                </a:solidFill>
                <a:effectLst/>
                <a:latin typeface="Inter"/>
              </a:rPr>
              <a:t> latest image. Name the </a:t>
            </a:r>
            <a:r>
              <a:rPr kumimoji="0" lang="en-US" altLang="en-US" sz="1800" b="0" i="0" u="none" strike="noStrike" cap="none" normalizeH="0" baseline="0" dirty="0" err="1">
                <a:ln>
                  <a:noFill/>
                </a:ln>
                <a:solidFill>
                  <a:srgbClr val="000000"/>
                </a:solidFill>
                <a:effectLst/>
                <a:latin typeface="Inter"/>
              </a:rPr>
              <a:t>redis</a:t>
            </a:r>
            <a:r>
              <a:rPr kumimoji="0" lang="en-US" altLang="en-US" sz="1800" b="0" i="0" u="none" strike="noStrike" cap="none" normalizeH="0" baseline="0" dirty="0">
                <a:ln>
                  <a:noFill/>
                </a:ln>
                <a:solidFill>
                  <a:srgbClr val="000000"/>
                </a:solidFill>
                <a:effectLst/>
                <a:latin typeface="Inter"/>
              </a:rPr>
              <a:t> container as </a:t>
            </a:r>
            <a:r>
              <a:rPr kumimoji="0" lang="en-US" altLang="en-US" sz="1200" b="0" i="0" u="none" strike="noStrike" cap="none" normalizeH="0" baseline="0" dirty="0" err="1">
                <a:ln>
                  <a:noFill/>
                </a:ln>
                <a:solidFill>
                  <a:srgbClr val="000000"/>
                </a:solidFill>
                <a:effectLst/>
                <a:latin typeface="SFMono-Regular"/>
              </a:rPr>
              <a:t>redis</a:t>
            </a:r>
            <a:r>
              <a:rPr kumimoji="0" lang="en-US" altLang="en-US" sz="1800" b="0" i="0" u="none" strike="noStrike" cap="none" normalizeH="0" baseline="0" dirty="0">
                <a:ln>
                  <a:noFill/>
                </a:ln>
                <a:solidFill>
                  <a:srgbClr val="000000"/>
                </a:solidFill>
                <a:effectLst/>
                <a:latin typeface="Inter"/>
              </a:rPr>
              <a:t>. The voting app communicates with the </a:t>
            </a:r>
            <a:r>
              <a:rPr kumimoji="0" lang="en-US" altLang="en-US" sz="1800" b="0" i="0" u="none" strike="noStrike" cap="none" normalizeH="0" baseline="0" dirty="0" err="1">
                <a:ln>
                  <a:noFill/>
                </a:ln>
                <a:solidFill>
                  <a:srgbClr val="000000"/>
                </a:solidFill>
                <a:effectLst/>
                <a:latin typeface="Inter"/>
              </a:rPr>
              <a:t>redis</a:t>
            </a:r>
            <a:r>
              <a:rPr kumimoji="0" lang="en-US" altLang="en-US" sz="1800" b="0" i="0" u="none" strike="noStrike" cap="none" normalizeH="0" baseline="0" dirty="0">
                <a:ln>
                  <a:noFill/>
                </a:ln>
                <a:solidFill>
                  <a:srgbClr val="000000"/>
                </a:solidFill>
                <a:effectLst/>
                <a:latin typeface="Inter"/>
              </a:rPr>
              <a:t> database with this name. Also, connect this container with frontend network.</a:t>
            </a:r>
            <a:endParaRPr kumimoji="0" lang="en-US" altLang="en-US" sz="800" b="0" i="0" u="none" strike="noStrike" cap="none" normalizeH="0" baseline="0" dirty="0">
              <a:ln>
                <a:noFill/>
              </a:ln>
              <a:solidFill>
                <a:srgbClr val="000000"/>
              </a:solidFill>
              <a:effectLst/>
              <a:latin typeface="Inter"/>
            </a:endParaRPr>
          </a:p>
          <a:p>
            <a:endParaRPr lang="en-GB" dirty="0"/>
          </a:p>
        </p:txBody>
      </p:sp>
    </p:spTree>
    <p:extLst>
      <p:ext uri="{BB962C8B-B14F-4D97-AF65-F5344CB8AC3E}">
        <p14:creationId xmlns:p14="http://schemas.microsoft.com/office/powerpoint/2010/main" val="2869628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1252276C-842C-0B1C-5109-14B38871B3AF}"/>
              </a:ext>
            </a:extLst>
          </p:cNvPr>
          <p:cNvSpPr>
            <a:spLocks noChangeArrowheads="1"/>
          </p:cNvSpPr>
          <p:nvPr/>
        </p:nvSpPr>
        <p:spPr bwMode="auto">
          <a:xfrm>
            <a:off x="0" y="-138500"/>
            <a:ext cx="65" cy="276999"/>
          </a:xfrm>
          <a:prstGeom prst="rect">
            <a:avLst/>
          </a:prstGeom>
          <a:solidFill>
            <a:srgbClr val="F4F4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226FD381-95EA-AAEC-7D11-E4CFF6E97262}"/>
              </a:ext>
            </a:extLst>
          </p:cNvPr>
          <p:cNvSpPr txBox="1"/>
          <p:nvPr/>
        </p:nvSpPr>
        <p:spPr>
          <a:xfrm>
            <a:off x="1157120" y="138499"/>
            <a:ext cx="9171432" cy="107721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rgbClr val="000000"/>
                </a:solidFill>
                <a:effectLst/>
                <a:latin typeface="Inter"/>
              </a:rPr>
              <a:t>create another container from the </a:t>
            </a:r>
            <a:r>
              <a:rPr kumimoji="0" lang="en-US" altLang="en-US" sz="1800" b="0" i="0" u="none" strike="noStrike" cap="none" normalizeH="0" baseline="0" dirty="0" err="1">
                <a:ln>
                  <a:noFill/>
                </a:ln>
                <a:solidFill>
                  <a:srgbClr val="000000"/>
                </a:solidFill>
                <a:effectLst/>
                <a:latin typeface="Inter"/>
              </a:rPr>
              <a:t>postgres</a:t>
            </a:r>
            <a:r>
              <a:rPr kumimoji="0" lang="en-US" altLang="en-US" sz="1800" b="0" i="0" u="none" strike="noStrike" cap="none" normalizeH="0" baseline="0" dirty="0">
                <a:ln>
                  <a:noFill/>
                </a:ln>
                <a:solidFill>
                  <a:srgbClr val="000000"/>
                </a:solidFill>
                <a:effectLst/>
                <a:latin typeface="Inter"/>
              </a:rPr>
              <a:t> latest image. Name the database as </a:t>
            </a:r>
            <a:r>
              <a:rPr kumimoji="0" lang="en-US" altLang="en-US" sz="1200" b="0" i="0" u="none" strike="noStrike" cap="none" normalizeH="0" baseline="0" dirty="0">
                <a:ln>
                  <a:noFill/>
                </a:ln>
                <a:solidFill>
                  <a:srgbClr val="000000"/>
                </a:solidFill>
                <a:effectLst/>
                <a:latin typeface="SFMono-Regular"/>
              </a:rPr>
              <a:t>db</a:t>
            </a:r>
            <a:r>
              <a:rPr kumimoji="0" lang="en-US" altLang="en-US" sz="1800" b="0" i="0" u="none" strike="noStrike" cap="none" normalizeH="0" baseline="0" dirty="0">
                <a:ln>
                  <a:noFill/>
                </a:ln>
                <a:solidFill>
                  <a:srgbClr val="000000"/>
                </a:solidFill>
                <a:effectLst/>
                <a:latin typeface="Inter"/>
              </a:rPr>
              <a:t>.</a:t>
            </a:r>
          </a:p>
          <a:p>
            <a:endParaRPr lang="en-GB" dirty="0"/>
          </a:p>
        </p:txBody>
      </p:sp>
      <p:pic>
        <p:nvPicPr>
          <p:cNvPr id="13" name="Picture 12">
            <a:extLst>
              <a:ext uri="{FF2B5EF4-FFF2-40B4-BE49-F238E27FC236}">
                <a16:creationId xmlns:a16="http://schemas.microsoft.com/office/drawing/2014/main" id="{195B6C76-8E86-71CF-390A-75C0B0B82A26}"/>
              </a:ext>
            </a:extLst>
          </p:cNvPr>
          <p:cNvPicPr>
            <a:picLocks noChangeAspect="1"/>
          </p:cNvPicPr>
          <p:nvPr/>
        </p:nvPicPr>
        <p:blipFill>
          <a:blip r:embed="rId2"/>
          <a:stretch>
            <a:fillRect/>
          </a:stretch>
        </p:blipFill>
        <p:spPr>
          <a:xfrm>
            <a:off x="873993" y="2986237"/>
            <a:ext cx="5105842" cy="1813717"/>
          </a:xfrm>
          <a:prstGeom prst="rect">
            <a:avLst/>
          </a:prstGeom>
        </p:spPr>
      </p:pic>
      <p:pic>
        <p:nvPicPr>
          <p:cNvPr id="15" name="Picture 14">
            <a:extLst>
              <a:ext uri="{FF2B5EF4-FFF2-40B4-BE49-F238E27FC236}">
                <a16:creationId xmlns:a16="http://schemas.microsoft.com/office/drawing/2014/main" id="{A7ADEE7B-1222-E9DD-39AF-1DF2272BE806}"/>
              </a:ext>
            </a:extLst>
          </p:cNvPr>
          <p:cNvPicPr>
            <a:picLocks noChangeAspect="1"/>
          </p:cNvPicPr>
          <p:nvPr/>
        </p:nvPicPr>
        <p:blipFill>
          <a:blip r:embed="rId3"/>
          <a:stretch>
            <a:fillRect/>
          </a:stretch>
        </p:blipFill>
        <p:spPr>
          <a:xfrm>
            <a:off x="873993" y="1353506"/>
            <a:ext cx="5776461" cy="1051651"/>
          </a:xfrm>
          <a:prstGeom prst="rect">
            <a:avLst/>
          </a:prstGeom>
        </p:spPr>
      </p:pic>
      <p:pic>
        <p:nvPicPr>
          <p:cNvPr id="17" name="Picture 16">
            <a:extLst>
              <a:ext uri="{FF2B5EF4-FFF2-40B4-BE49-F238E27FC236}">
                <a16:creationId xmlns:a16="http://schemas.microsoft.com/office/drawing/2014/main" id="{B16830D3-7A88-4128-5AEA-F4AC5A189D7A}"/>
              </a:ext>
            </a:extLst>
          </p:cNvPr>
          <p:cNvPicPr>
            <a:picLocks noChangeAspect="1"/>
          </p:cNvPicPr>
          <p:nvPr/>
        </p:nvPicPr>
        <p:blipFill>
          <a:blip r:embed="rId4"/>
          <a:stretch>
            <a:fillRect/>
          </a:stretch>
        </p:blipFill>
        <p:spPr>
          <a:xfrm>
            <a:off x="457908" y="5381034"/>
            <a:ext cx="10569856" cy="1150720"/>
          </a:xfrm>
          <a:prstGeom prst="rect">
            <a:avLst/>
          </a:prstGeom>
        </p:spPr>
      </p:pic>
    </p:spTree>
    <p:extLst>
      <p:ext uri="{BB962C8B-B14F-4D97-AF65-F5344CB8AC3E}">
        <p14:creationId xmlns:p14="http://schemas.microsoft.com/office/powerpoint/2010/main" val="3720003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B715013-B635-183A-34AE-900C37908211}"/>
              </a:ext>
            </a:extLst>
          </p:cNvPr>
          <p:cNvPicPr>
            <a:picLocks noChangeAspect="1"/>
          </p:cNvPicPr>
          <p:nvPr/>
        </p:nvPicPr>
        <p:blipFill>
          <a:blip r:embed="rId2"/>
          <a:stretch>
            <a:fillRect/>
          </a:stretch>
        </p:blipFill>
        <p:spPr>
          <a:xfrm>
            <a:off x="8190366" y="3825899"/>
            <a:ext cx="3833192" cy="2286198"/>
          </a:xfrm>
          <a:prstGeom prst="rect">
            <a:avLst/>
          </a:prstGeom>
        </p:spPr>
      </p:pic>
      <p:sp>
        <p:nvSpPr>
          <p:cNvPr id="3" name="TextBox 2">
            <a:extLst>
              <a:ext uri="{FF2B5EF4-FFF2-40B4-BE49-F238E27FC236}">
                <a16:creationId xmlns:a16="http://schemas.microsoft.com/office/drawing/2014/main" id="{CE0FE9F6-C94F-F962-E38A-3796690A4B84}"/>
              </a:ext>
            </a:extLst>
          </p:cNvPr>
          <p:cNvSpPr txBox="1"/>
          <p:nvPr/>
        </p:nvSpPr>
        <p:spPr>
          <a:xfrm>
            <a:off x="927394" y="427709"/>
            <a:ext cx="10456886" cy="646331"/>
          </a:xfrm>
          <a:prstGeom prst="rect">
            <a:avLst/>
          </a:prstGeom>
          <a:noFill/>
        </p:spPr>
        <p:txBody>
          <a:bodyPr wrap="square">
            <a:spAutoFit/>
          </a:bodyPr>
          <a:lstStyle/>
          <a:p>
            <a:r>
              <a:rPr lang="en-GB" b="0" i="0" dirty="0">
                <a:solidFill>
                  <a:srgbClr val="000000"/>
                </a:solidFill>
                <a:effectLst/>
                <a:latin typeface="Inter"/>
              </a:rPr>
              <a:t>Create another container from the worker image created in step 4. Connect this container to both frontend and backend network</a:t>
            </a:r>
            <a:endParaRPr lang="en-GB" dirty="0"/>
          </a:p>
        </p:txBody>
      </p:sp>
      <p:pic>
        <p:nvPicPr>
          <p:cNvPr id="5" name="Picture 4">
            <a:extLst>
              <a:ext uri="{FF2B5EF4-FFF2-40B4-BE49-F238E27FC236}">
                <a16:creationId xmlns:a16="http://schemas.microsoft.com/office/drawing/2014/main" id="{BD973701-D533-0E97-6C3E-586653A1E06F}"/>
              </a:ext>
            </a:extLst>
          </p:cNvPr>
          <p:cNvPicPr>
            <a:picLocks noChangeAspect="1"/>
          </p:cNvPicPr>
          <p:nvPr/>
        </p:nvPicPr>
        <p:blipFill>
          <a:blip r:embed="rId3"/>
          <a:stretch>
            <a:fillRect/>
          </a:stretch>
        </p:blipFill>
        <p:spPr>
          <a:xfrm>
            <a:off x="580272" y="1157454"/>
            <a:ext cx="8580864" cy="556308"/>
          </a:xfrm>
          <a:prstGeom prst="rect">
            <a:avLst/>
          </a:prstGeom>
        </p:spPr>
      </p:pic>
      <p:pic>
        <p:nvPicPr>
          <p:cNvPr id="7" name="Picture 6">
            <a:extLst>
              <a:ext uri="{FF2B5EF4-FFF2-40B4-BE49-F238E27FC236}">
                <a16:creationId xmlns:a16="http://schemas.microsoft.com/office/drawing/2014/main" id="{FA321CB3-37DD-3E87-8DE3-A5D582128136}"/>
              </a:ext>
            </a:extLst>
          </p:cNvPr>
          <p:cNvPicPr>
            <a:picLocks noChangeAspect="1"/>
          </p:cNvPicPr>
          <p:nvPr/>
        </p:nvPicPr>
        <p:blipFill>
          <a:blip r:embed="rId4"/>
          <a:stretch>
            <a:fillRect/>
          </a:stretch>
        </p:blipFill>
        <p:spPr>
          <a:xfrm>
            <a:off x="793555" y="1932375"/>
            <a:ext cx="10348857" cy="1310754"/>
          </a:xfrm>
          <a:prstGeom prst="rect">
            <a:avLst/>
          </a:prstGeom>
        </p:spPr>
      </p:pic>
      <p:sp>
        <p:nvSpPr>
          <p:cNvPr id="9" name="TextBox 8">
            <a:extLst>
              <a:ext uri="{FF2B5EF4-FFF2-40B4-BE49-F238E27FC236}">
                <a16:creationId xmlns:a16="http://schemas.microsoft.com/office/drawing/2014/main" id="{C4E0BBA0-E97E-2740-CEF6-15FDDEBE0296}"/>
              </a:ext>
            </a:extLst>
          </p:cNvPr>
          <p:cNvSpPr txBox="1"/>
          <p:nvPr/>
        </p:nvSpPr>
        <p:spPr>
          <a:xfrm>
            <a:off x="1200150" y="3450414"/>
            <a:ext cx="8565642" cy="646331"/>
          </a:xfrm>
          <a:prstGeom prst="rect">
            <a:avLst/>
          </a:prstGeom>
          <a:noFill/>
        </p:spPr>
        <p:txBody>
          <a:bodyPr wrap="square">
            <a:spAutoFit/>
          </a:bodyPr>
          <a:lstStyle/>
          <a:p>
            <a:pPr algn="l">
              <a:buFont typeface="+mj-lt"/>
              <a:buAutoNum type="arabicPeriod"/>
            </a:pPr>
            <a:r>
              <a:rPr lang="en-GB" b="0" i="0" dirty="0">
                <a:solidFill>
                  <a:srgbClr val="000000"/>
                </a:solidFill>
                <a:effectLst/>
                <a:latin typeface="Inter"/>
              </a:rPr>
              <a:t>Create another container from the result app image created in step 3. Connect this container to the backend network.</a:t>
            </a:r>
          </a:p>
        </p:txBody>
      </p:sp>
      <p:pic>
        <p:nvPicPr>
          <p:cNvPr id="11" name="Picture 10">
            <a:extLst>
              <a:ext uri="{FF2B5EF4-FFF2-40B4-BE49-F238E27FC236}">
                <a16:creationId xmlns:a16="http://schemas.microsoft.com/office/drawing/2014/main" id="{2BCC6902-8303-32D9-3E52-349852572F07}"/>
              </a:ext>
            </a:extLst>
          </p:cNvPr>
          <p:cNvPicPr>
            <a:picLocks noChangeAspect="1"/>
          </p:cNvPicPr>
          <p:nvPr/>
        </p:nvPicPr>
        <p:blipFill>
          <a:blip r:embed="rId5"/>
          <a:stretch>
            <a:fillRect/>
          </a:stretch>
        </p:blipFill>
        <p:spPr>
          <a:xfrm>
            <a:off x="1262321" y="4168884"/>
            <a:ext cx="7216765" cy="403895"/>
          </a:xfrm>
          <a:prstGeom prst="rect">
            <a:avLst/>
          </a:prstGeom>
        </p:spPr>
      </p:pic>
      <p:pic>
        <p:nvPicPr>
          <p:cNvPr id="13" name="Picture 12">
            <a:extLst>
              <a:ext uri="{FF2B5EF4-FFF2-40B4-BE49-F238E27FC236}">
                <a16:creationId xmlns:a16="http://schemas.microsoft.com/office/drawing/2014/main" id="{961E546A-7851-1EE5-80F9-19A34F9C3D8F}"/>
              </a:ext>
            </a:extLst>
          </p:cNvPr>
          <p:cNvPicPr>
            <a:picLocks noChangeAspect="1"/>
          </p:cNvPicPr>
          <p:nvPr/>
        </p:nvPicPr>
        <p:blipFill>
          <a:blip r:embed="rId6"/>
          <a:stretch>
            <a:fillRect/>
          </a:stretch>
        </p:blipFill>
        <p:spPr>
          <a:xfrm>
            <a:off x="168442" y="5215071"/>
            <a:ext cx="9762066" cy="1310754"/>
          </a:xfrm>
          <a:prstGeom prst="rect">
            <a:avLst/>
          </a:prstGeom>
        </p:spPr>
      </p:pic>
      <p:pic>
        <p:nvPicPr>
          <p:cNvPr id="17" name="Picture 16">
            <a:extLst>
              <a:ext uri="{FF2B5EF4-FFF2-40B4-BE49-F238E27FC236}">
                <a16:creationId xmlns:a16="http://schemas.microsoft.com/office/drawing/2014/main" id="{6EAFE4EA-91A2-9E72-6C7A-72615191A341}"/>
              </a:ext>
            </a:extLst>
          </p:cNvPr>
          <p:cNvPicPr>
            <a:picLocks noChangeAspect="1"/>
          </p:cNvPicPr>
          <p:nvPr/>
        </p:nvPicPr>
        <p:blipFill>
          <a:blip r:embed="rId7"/>
          <a:stretch>
            <a:fillRect/>
          </a:stretch>
        </p:blipFill>
        <p:spPr>
          <a:xfrm>
            <a:off x="9090391" y="949310"/>
            <a:ext cx="3101609" cy="1966130"/>
          </a:xfrm>
          <a:prstGeom prst="rect">
            <a:avLst/>
          </a:prstGeom>
        </p:spPr>
      </p:pic>
      <p:pic>
        <p:nvPicPr>
          <p:cNvPr id="19" name="Picture 18">
            <a:extLst>
              <a:ext uri="{FF2B5EF4-FFF2-40B4-BE49-F238E27FC236}">
                <a16:creationId xmlns:a16="http://schemas.microsoft.com/office/drawing/2014/main" id="{B8EFCEE4-F430-3D6A-3D83-54533667E452}"/>
              </a:ext>
            </a:extLst>
          </p:cNvPr>
          <p:cNvPicPr>
            <a:picLocks noChangeAspect="1"/>
          </p:cNvPicPr>
          <p:nvPr/>
        </p:nvPicPr>
        <p:blipFill>
          <a:blip r:embed="rId8"/>
          <a:stretch>
            <a:fillRect/>
          </a:stretch>
        </p:blipFill>
        <p:spPr>
          <a:xfrm>
            <a:off x="9387023" y="3422203"/>
            <a:ext cx="3833902" cy="269835"/>
          </a:xfrm>
          <a:prstGeom prst="rect">
            <a:avLst/>
          </a:prstGeom>
        </p:spPr>
      </p:pic>
    </p:spTree>
    <p:extLst>
      <p:ext uri="{BB962C8B-B14F-4D97-AF65-F5344CB8AC3E}">
        <p14:creationId xmlns:p14="http://schemas.microsoft.com/office/powerpoint/2010/main" val="3957133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45087A-F391-E86E-C6A9-B6512A00B860}"/>
              </a:ext>
            </a:extLst>
          </p:cNvPr>
          <p:cNvSpPr txBox="1"/>
          <p:nvPr/>
        </p:nvSpPr>
        <p:spPr>
          <a:xfrm>
            <a:off x="1666494" y="551766"/>
            <a:ext cx="8565642" cy="646331"/>
          </a:xfrm>
          <a:prstGeom prst="rect">
            <a:avLst/>
          </a:prstGeom>
          <a:noFill/>
        </p:spPr>
        <p:txBody>
          <a:bodyPr wrap="square">
            <a:spAutoFit/>
          </a:bodyPr>
          <a:lstStyle/>
          <a:p>
            <a:pPr algn="l">
              <a:buFont typeface="+mj-lt"/>
              <a:buAutoNum type="arabicPeriod"/>
            </a:pPr>
            <a:r>
              <a:rPr lang="en-GB" b="0" i="0" dirty="0">
                <a:solidFill>
                  <a:srgbClr val="000000"/>
                </a:solidFill>
                <a:effectLst/>
                <a:latin typeface="Inter"/>
              </a:rPr>
              <a:t>Create another container from the result app image created in step 3. Connect this container to the backend network. </a:t>
            </a:r>
            <a:r>
              <a:rPr lang="en-GB" b="0" i="0" dirty="0">
                <a:solidFill>
                  <a:srgbClr val="FF0000"/>
                </a:solidFill>
                <a:effectLst/>
                <a:latin typeface="Inter"/>
              </a:rPr>
              <a:t>And assign it to port 2000</a:t>
            </a:r>
          </a:p>
        </p:txBody>
      </p:sp>
      <p:pic>
        <p:nvPicPr>
          <p:cNvPr id="4" name="Picture 3">
            <a:extLst>
              <a:ext uri="{FF2B5EF4-FFF2-40B4-BE49-F238E27FC236}">
                <a16:creationId xmlns:a16="http://schemas.microsoft.com/office/drawing/2014/main" id="{D0A1DC93-3633-2482-DAB2-AE6919B69A87}"/>
              </a:ext>
            </a:extLst>
          </p:cNvPr>
          <p:cNvPicPr>
            <a:picLocks noChangeAspect="1"/>
          </p:cNvPicPr>
          <p:nvPr/>
        </p:nvPicPr>
        <p:blipFill>
          <a:blip r:embed="rId2"/>
          <a:stretch>
            <a:fillRect/>
          </a:stretch>
        </p:blipFill>
        <p:spPr>
          <a:xfrm>
            <a:off x="950554" y="1685447"/>
            <a:ext cx="9723963" cy="2225233"/>
          </a:xfrm>
          <a:prstGeom prst="rect">
            <a:avLst/>
          </a:prstGeom>
        </p:spPr>
      </p:pic>
    </p:spTree>
    <p:extLst>
      <p:ext uri="{BB962C8B-B14F-4D97-AF65-F5344CB8AC3E}">
        <p14:creationId xmlns:p14="http://schemas.microsoft.com/office/powerpoint/2010/main" val="3128695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5A520E-BCCD-61FD-C13D-749126613657}"/>
              </a:ext>
            </a:extLst>
          </p:cNvPr>
          <p:cNvPicPr>
            <a:picLocks noChangeAspect="1"/>
          </p:cNvPicPr>
          <p:nvPr/>
        </p:nvPicPr>
        <p:blipFill>
          <a:blip r:embed="rId2"/>
          <a:stretch>
            <a:fillRect/>
          </a:stretch>
        </p:blipFill>
        <p:spPr>
          <a:xfrm>
            <a:off x="228091" y="1820743"/>
            <a:ext cx="11735817" cy="5037257"/>
          </a:xfrm>
          <a:prstGeom prst="rect">
            <a:avLst/>
          </a:prstGeom>
        </p:spPr>
      </p:pic>
      <p:sp>
        <p:nvSpPr>
          <p:cNvPr id="5" name="TextBox 4">
            <a:extLst>
              <a:ext uri="{FF2B5EF4-FFF2-40B4-BE49-F238E27FC236}">
                <a16:creationId xmlns:a16="http://schemas.microsoft.com/office/drawing/2014/main" id="{0E9249A1-77AC-F965-9A48-1B71D9523E99}"/>
              </a:ext>
            </a:extLst>
          </p:cNvPr>
          <p:cNvSpPr txBox="1"/>
          <p:nvPr/>
        </p:nvSpPr>
        <p:spPr>
          <a:xfrm>
            <a:off x="843534" y="438912"/>
            <a:ext cx="9790938" cy="923330"/>
          </a:xfrm>
          <a:prstGeom prst="rect">
            <a:avLst/>
          </a:prstGeom>
          <a:noFill/>
        </p:spPr>
        <p:txBody>
          <a:bodyPr wrap="square">
            <a:spAutoFit/>
          </a:bodyPr>
          <a:lstStyle/>
          <a:p>
            <a:pPr algn="l">
              <a:buFont typeface="+mj-lt"/>
              <a:buAutoNum type="arabicPeriod"/>
            </a:pPr>
            <a:r>
              <a:rPr lang="en-GB" b="0" i="0" dirty="0">
                <a:solidFill>
                  <a:srgbClr val="000000"/>
                </a:solidFill>
                <a:effectLst/>
                <a:latin typeface="Inter"/>
              </a:rPr>
              <a:t>Launch the voting and result applications in different browsers.</a:t>
            </a:r>
          </a:p>
          <a:p>
            <a:pPr algn="l">
              <a:buFont typeface="+mj-lt"/>
              <a:buAutoNum type="arabicPeriod"/>
            </a:pPr>
            <a:r>
              <a:rPr lang="en-GB" b="0" i="0" dirty="0">
                <a:solidFill>
                  <a:srgbClr val="000000"/>
                </a:solidFill>
                <a:effectLst/>
                <a:latin typeface="Inter"/>
              </a:rPr>
              <a:t>Upon selecting one of the options on the voting app, it should result in the votes update on the result app. This verifies the working of microservices</a:t>
            </a:r>
          </a:p>
        </p:txBody>
      </p:sp>
    </p:spTree>
    <p:extLst>
      <p:ext uri="{BB962C8B-B14F-4D97-AF65-F5344CB8AC3E}">
        <p14:creationId xmlns:p14="http://schemas.microsoft.com/office/powerpoint/2010/main" val="627790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TotalTime>
  <Words>293</Words>
  <Application>Microsoft Office PowerPoint</Application>
  <PresentationFormat>Widescreen</PresentationFormat>
  <Paragraphs>20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Inter</vt:lpstr>
      <vt:lpstr>SFMono-Regular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Navin Kumar</dc:creator>
  <cp:lastModifiedBy>Navin Kumar</cp:lastModifiedBy>
  <cp:revision>1</cp:revision>
  <dcterms:created xsi:type="dcterms:W3CDTF">2024-12-26T21:48:50Z</dcterms:created>
  <dcterms:modified xsi:type="dcterms:W3CDTF">2024-12-27T00:09:43Z</dcterms:modified>
</cp:coreProperties>
</file>