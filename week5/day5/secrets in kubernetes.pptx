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0D885F19-3E11-4198-AC45-8BBF3ABCCD54}"/>
    <pc:docChg chg="custSel addSld modSld">
      <pc:chgData name="Navin Kumar" userId="4040edb968256b89" providerId="LiveId" clId="{0D885F19-3E11-4198-AC45-8BBF3ABCCD54}" dt="2024-12-20T11:54:13.386" v="26" actId="1076"/>
      <pc:docMkLst>
        <pc:docMk/>
      </pc:docMkLst>
      <pc:sldChg chg="delSp modSp new mod">
        <pc:chgData name="Navin Kumar" userId="4040edb968256b89" providerId="LiveId" clId="{0D885F19-3E11-4198-AC45-8BBF3ABCCD54}" dt="2024-12-20T11:54:13.386" v="26" actId="1076"/>
        <pc:sldMkLst>
          <pc:docMk/>
          <pc:sldMk cId="3672626483" sldId="256"/>
        </pc:sldMkLst>
        <pc:spChg chg="del">
          <ac:chgData name="Navin Kumar" userId="4040edb968256b89" providerId="LiveId" clId="{0D885F19-3E11-4198-AC45-8BBF3ABCCD54}" dt="2024-12-20T11:53:57.245" v="1" actId="478"/>
          <ac:spMkLst>
            <pc:docMk/>
            <pc:sldMk cId="3672626483" sldId="256"/>
            <ac:spMk id="2" creationId="{672E5EE8-61C7-5B5A-7A03-AE2EA009D0D4}"/>
          </ac:spMkLst>
        </pc:spChg>
        <pc:spChg chg="mod">
          <ac:chgData name="Navin Kumar" userId="4040edb968256b89" providerId="LiveId" clId="{0D885F19-3E11-4198-AC45-8BBF3ABCCD54}" dt="2024-12-20T11:54:13.386" v="26" actId="1076"/>
          <ac:spMkLst>
            <pc:docMk/>
            <pc:sldMk cId="3672626483" sldId="256"/>
            <ac:spMk id="3" creationId="{9A043F62-DACC-4DF2-D87A-1112D49D430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B538-555B-DA6F-B8EE-C96661A10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73A1C-D600-AD0A-46E0-C6FF8E10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6BEC-604F-6F28-DCA6-F0DCF55F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3FAC-43B7-F76E-6B4D-17C80EEC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A4EFC-7580-1AA2-6891-35A90A0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77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BFDF-DB37-99C8-6E22-4775E883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A6C5C-D292-3EF8-0E6A-56276EBF1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11FA-54DB-A175-D5DD-37548485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15C5B-0681-3AEF-3340-C606C61D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1B3A-F510-F4CE-4525-4D418F4E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2E95-4A7F-33CD-3828-C866124A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EA87-AD6B-1C28-A177-1E153FED8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518BE-1E4A-1236-3E99-EC494972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91FF3-F15C-14F4-8EAB-ED78F31E9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6B010-F97F-80DD-FA74-40BA0D3C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85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86F8-62AD-33B4-BC0D-AEE8C289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96D1-5866-026D-7FE8-64345147C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CC5E3-2375-C42D-A570-22D7A54AC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8F008-47D7-16EB-9214-DBF55CFF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8E99B-3512-507A-6FB4-FA60A502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A15F1-A467-FF03-87A8-EAA830F3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30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5BC9-EEF3-6222-8189-1830C483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F21D-108D-2035-71E5-143754D8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8C4B7-332F-C2D7-048C-FCA58E804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2C88E-A791-C5E2-505D-F9393C0CB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02F9E-863B-FB42-C12B-7C247DF41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D641B-2DFB-23B1-079B-66BCB34C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38222-BAE7-71E1-00CC-10D0C89C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CF35A-2D82-97AA-CC51-B3C9E327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85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707B-C860-BDFA-6F2B-F10FB007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EFDDB3-B243-1DA6-B009-55D9984C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850E3-3531-B273-DBB3-52DDCCBD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4C6BB-5A11-C233-040B-3200D2C7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89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8918F-F4BA-4D4D-DC0E-E0FE37CE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EA47E-2F46-2D05-9581-CDA912CF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6AEA4-19E9-F28B-C4D9-60D9D9B1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54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6554-4365-B3D0-C0AD-AEE352C2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6E751-9EAA-CC0A-D0C8-0F9BE09A7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73485-7234-44D4-2D43-8CEF8F3E6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67772-B02A-685C-B1A6-419E160A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D7B1-A3EF-19ED-1910-4E2E7BF3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E8798-01B0-2D92-6CF7-AC7DD98E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71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4248-CFCE-D230-9E3F-B2E63F89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ADFD0-1BEC-9C10-50C6-B76C624F6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9399D-00F4-1ADB-0AAF-0CB6EB16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FF7E4-AA00-0268-235C-8C327E6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1F0E-13CA-1AE0-0E4B-CE62B58D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53F16-FA40-6077-1EC9-5E50B86F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59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CD3D-1826-7B29-ECB5-A2BDB949B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DC426-5B78-65A2-1DE7-D3ED7B1A8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C486-5B09-0EDF-73AF-D051658A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3E2AB-4CBB-042B-F85B-C5D547D5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F706D-EC58-1A2F-BEE0-1D590906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451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E8585-E97F-00B0-7E94-C286B2B62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3C332-7FF7-A47F-49A6-BDED6251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A898-CF5E-7706-B712-2D98EAB1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7151F-77E5-4576-6FDA-BBABD9F0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50917-DADC-5B27-8187-A5F19647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12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CF276-6BD1-0EAA-33B1-1097CC87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7C21D-4BDB-4917-0DF8-A26CABE58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9B5BB-BE0A-8F10-7CCF-6E304DD31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07E6E-1A6C-4924-95A3-BA61EE79DC39}" type="datetimeFigureOut">
              <a:rPr lang="en-GB" smtClean="0"/>
              <a:t>20/12/2024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077F9-9802-4E78-2683-BF6783BE8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EE915-3B2C-BC39-CA8E-6C420A0EC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22F30-D148-47BF-8E5F-10D3EA2EFC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2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043F62-DACC-4DF2-D87A-1112D49D4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420688"/>
            <a:ext cx="9144000" cy="1655762"/>
          </a:xfrm>
        </p:spPr>
        <p:txBody>
          <a:bodyPr/>
          <a:lstStyle/>
          <a:p>
            <a:r>
              <a:rPr lang="en-GB" dirty="0"/>
              <a:t>Secrets in </a:t>
            </a:r>
            <a:r>
              <a:rPr lang="en-GB" dirty="0" err="1"/>
              <a:t>kubernets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262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2024-12-20T11:50:30Z</dcterms:created>
  <dcterms:modified xsi:type="dcterms:W3CDTF">2024-12-20T11:54:14Z</dcterms:modified>
</cp:coreProperties>
</file>