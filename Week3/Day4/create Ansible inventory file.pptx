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6FA99-0C21-4022-8E6E-9358C1F87D3C}" v="2" dt="2024-12-14T19:26:56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F0E6FA99-0C21-4022-8E6E-9358C1F87D3C}"/>
    <pc:docChg chg="custSel addSld modSld sldOrd">
      <pc:chgData name="Navin Kumar" userId="4040edb968256b89" providerId="LiveId" clId="{F0E6FA99-0C21-4022-8E6E-9358C1F87D3C}" dt="2024-12-14T19:27:13.683" v="61" actId="1076"/>
      <pc:docMkLst>
        <pc:docMk/>
      </pc:docMkLst>
      <pc:sldChg chg="addSp delSp modSp new mod">
        <pc:chgData name="Navin Kumar" userId="4040edb968256b89" providerId="LiveId" clId="{F0E6FA99-0C21-4022-8E6E-9358C1F87D3C}" dt="2024-12-14T19:25:35.776" v="18" actId="1076"/>
        <pc:sldMkLst>
          <pc:docMk/>
          <pc:sldMk cId="3259031877" sldId="256"/>
        </pc:sldMkLst>
        <pc:spChg chg="del">
          <ac:chgData name="Navin Kumar" userId="4040edb968256b89" providerId="LiveId" clId="{F0E6FA99-0C21-4022-8E6E-9358C1F87D3C}" dt="2024-12-14T19:19:06.574" v="1" actId="478"/>
          <ac:spMkLst>
            <pc:docMk/>
            <pc:sldMk cId="3259031877" sldId="256"/>
            <ac:spMk id="2" creationId="{57392C1C-7B3E-AB49-CCD8-A741929E5C7C}"/>
          </ac:spMkLst>
        </pc:spChg>
        <pc:spChg chg="del">
          <ac:chgData name="Navin Kumar" userId="4040edb968256b89" providerId="LiveId" clId="{F0E6FA99-0C21-4022-8E6E-9358C1F87D3C}" dt="2024-12-14T19:19:10.639" v="2" actId="478"/>
          <ac:spMkLst>
            <pc:docMk/>
            <pc:sldMk cId="3259031877" sldId="256"/>
            <ac:spMk id="3" creationId="{C2D09278-3D97-0B90-D37A-40320F0A8CDB}"/>
          </ac:spMkLst>
        </pc:spChg>
        <pc:picChg chg="add mod">
          <ac:chgData name="Navin Kumar" userId="4040edb968256b89" providerId="LiveId" clId="{F0E6FA99-0C21-4022-8E6E-9358C1F87D3C}" dt="2024-12-14T19:19:36.971" v="10" actId="1076"/>
          <ac:picMkLst>
            <pc:docMk/>
            <pc:sldMk cId="3259031877" sldId="256"/>
            <ac:picMk id="5" creationId="{1D31F7EC-25C7-1485-C3FF-054F2BBA24D4}"/>
          </ac:picMkLst>
        </pc:picChg>
        <pc:picChg chg="add mod">
          <ac:chgData name="Navin Kumar" userId="4040edb968256b89" providerId="LiveId" clId="{F0E6FA99-0C21-4022-8E6E-9358C1F87D3C}" dt="2024-12-14T19:22:53.928" v="13" actId="1076"/>
          <ac:picMkLst>
            <pc:docMk/>
            <pc:sldMk cId="3259031877" sldId="256"/>
            <ac:picMk id="7" creationId="{9DAEB7EA-B5F3-69A7-F611-FF572BC927F9}"/>
          </ac:picMkLst>
        </pc:picChg>
        <pc:picChg chg="add mod">
          <ac:chgData name="Navin Kumar" userId="4040edb968256b89" providerId="LiveId" clId="{F0E6FA99-0C21-4022-8E6E-9358C1F87D3C}" dt="2024-12-14T19:25:35.776" v="18" actId="1076"/>
          <ac:picMkLst>
            <pc:docMk/>
            <pc:sldMk cId="3259031877" sldId="256"/>
            <ac:picMk id="9" creationId="{AB10FF4E-E77B-8C57-02E1-F87CDFB4FD8D}"/>
          </ac:picMkLst>
        </pc:picChg>
        <pc:picChg chg="add mod">
          <ac:chgData name="Navin Kumar" userId="4040edb968256b89" providerId="LiveId" clId="{F0E6FA99-0C21-4022-8E6E-9358C1F87D3C}" dt="2024-12-14T19:25:33.281" v="17" actId="1076"/>
          <ac:picMkLst>
            <pc:docMk/>
            <pc:sldMk cId="3259031877" sldId="256"/>
            <ac:picMk id="11" creationId="{38BF0722-6A70-0289-C7FD-6E0575439732}"/>
          </ac:picMkLst>
        </pc:picChg>
      </pc:sldChg>
      <pc:sldChg chg="addSp delSp modSp new mod ord">
        <pc:chgData name="Navin Kumar" userId="4040edb968256b89" providerId="LiveId" clId="{F0E6FA99-0C21-4022-8E6E-9358C1F87D3C}" dt="2024-12-14T19:27:13.683" v="61" actId="1076"/>
        <pc:sldMkLst>
          <pc:docMk/>
          <pc:sldMk cId="89660595" sldId="257"/>
        </pc:sldMkLst>
        <pc:spChg chg="del">
          <ac:chgData name="Navin Kumar" userId="4040edb968256b89" providerId="LiveId" clId="{F0E6FA99-0C21-4022-8E6E-9358C1F87D3C}" dt="2024-12-14T19:19:25.634" v="6" actId="478"/>
          <ac:spMkLst>
            <pc:docMk/>
            <pc:sldMk cId="89660595" sldId="257"/>
            <ac:spMk id="2" creationId="{118FD0EF-B301-962F-B333-D733D7BF9F7D}"/>
          </ac:spMkLst>
        </pc:spChg>
        <pc:spChg chg="del">
          <ac:chgData name="Navin Kumar" userId="4040edb968256b89" providerId="LiveId" clId="{F0E6FA99-0C21-4022-8E6E-9358C1F87D3C}" dt="2024-12-14T19:19:22.518" v="5" actId="478"/>
          <ac:spMkLst>
            <pc:docMk/>
            <pc:sldMk cId="89660595" sldId="257"/>
            <ac:spMk id="3" creationId="{D7FB13D2-9A23-2AC5-9212-160EB29BFF2E}"/>
          </ac:spMkLst>
        </pc:spChg>
        <pc:spChg chg="add mod">
          <ac:chgData name="Navin Kumar" userId="4040edb968256b89" providerId="LiveId" clId="{F0E6FA99-0C21-4022-8E6E-9358C1F87D3C}" dt="2024-12-14T19:26:37.881" v="27" actId="1076"/>
          <ac:spMkLst>
            <pc:docMk/>
            <pc:sldMk cId="89660595" sldId="257"/>
            <ac:spMk id="5" creationId="{8216DFA5-C672-CF7B-57EB-AB7849D39A77}"/>
          </ac:spMkLst>
        </pc:spChg>
        <pc:spChg chg="add mod">
          <ac:chgData name="Navin Kumar" userId="4040edb968256b89" providerId="LiveId" clId="{F0E6FA99-0C21-4022-8E6E-9358C1F87D3C}" dt="2024-12-14T19:26:47.045" v="41" actId="20577"/>
          <ac:spMkLst>
            <pc:docMk/>
            <pc:sldMk cId="89660595" sldId="257"/>
            <ac:spMk id="6" creationId="{18DE465E-43FE-3CA3-4708-A679F51ACC6E}"/>
          </ac:spMkLst>
        </pc:spChg>
        <pc:spChg chg="add mod">
          <ac:chgData name="Navin Kumar" userId="4040edb968256b89" providerId="LiveId" clId="{F0E6FA99-0C21-4022-8E6E-9358C1F87D3C}" dt="2024-12-14T19:27:13.683" v="61" actId="1076"/>
          <ac:spMkLst>
            <pc:docMk/>
            <pc:sldMk cId="89660595" sldId="257"/>
            <ac:spMk id="7" creationId="{8A4B18FC-1666-4853-F831-E8E198DD27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2630-3C30-4B90-9E82-8EFCB9986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B73C1-2D23-865F-F82D-185F5D97D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41B12-D017-6C50-454F-F2FB64EF8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761E5-C836-4A9F-AA84-22377E5C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98702-DBF4-A62F-CF11-12CE59B4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87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7636-B961-D5E8-6AF6-45CEBFB9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6FB0-1B77-1C66-AA5A-6E7A2A749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A7FEA-D86C-8A23-D308-2BA5BE0F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479C9-79B4-62E4-00E1-8B29CBEB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4F6C2-C420-E434-1CAA-005D4217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45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E764-CDF3-7E5E-3ED1-4D7E3B6E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0328A-75EC-C4B1-A1C3-6DE6A87B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EBA-478E-0436-B70A-2BBD3D11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A8634-8632-9621-146B-8E997AF0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816E3-EBB1-A963-BEC4-047706AB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44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DDE2-D756-2768-8129-9FC65E3C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E013E-F140-A757-89E9-467D821E7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FE872-4A7E-E52E-0166-9F6F7DC99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78B84-7F01-2293-E5CC-4640F869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E0554-C98D-50DA-0054-8D94B036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FAB89-0E9C-4DC9-E105-A57B03AF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70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D449-D2B4-AEC0-A8D0-C20BEC1F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62451-AD53-B5B4-8443-087810095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3E919-E8CD-0F22-9D19-5A578254A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92243-7D2C-59A6-B14A-6C07D0DF2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2BA20C-07BA-E41D-AEA4-6C5507F33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2CA74-6EF2-CCCA-ECE6-4BA23C545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1C6E38-9676-404E-21B8-44AD9249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F164E-BD82-8E60-3988-30723079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781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85B-8FB7-6F2D-7852-625A1ED8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846DB-575B-EACA-EF76-2D9668C59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F2B87-87AE-E09F-B7C8-A1DFB101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72690-E9FF-99EF-4B18-A8A3AA01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46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E9B47-972D-C168-ED13-30BBDACA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F665-B222-AD64-09AE-CF4F2B93A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C284-1CC5-44D8-060C-446A1660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5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8CAC-4056-83FB-F129-929606DE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E8E69-5656-EA05-EC05-5BB479EB9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BB02-3652-008E-D042-3D6FD15D6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FC046-623E-9752-0F19-1F9A5761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A488-62AB-2B25-3DFB-DB058BEC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733B2-B3DE-0FB0-2E32-4A1C7AB73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51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2EB0-D3DA-1274-476A-7D3009795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B6249-C95D-5F6D-10E7-8CCC98984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2830B-EEF1-BDEE-6782-152DD6E64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EC5A-4A63-FA60-FD31-D76D9A97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E94DB-8F2A-773A-E98F-3E53B31DE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24019-63DF-9ED5-C091-1014DEBF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3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1A60-6666-F4B3-78B8-460DA955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FCB4E-C0FB-B854-BB7F-45A23DAB7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16928-97F5-C7F2-F6F5-65ADA401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31A61-FC7E-20D0-14A6-CAA95F46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5D587-4F97-DF36-EF3F-BBC7F87E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43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80FD4-A67A-92FE-C22F-8473652EC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8A4BD-7A69-1845-A56D-283A28F5E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091EA-25FA-0D70-5BCB-645F027E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47542-CBBB-9D58-1D62-AD93B975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619D8-B08E-B675-DE6E-8BF0D394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52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B231C-30B6-3899-45B2-2E65BA473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ACB69-C6CA-31E8-EF31-28A28C56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35CBB-EC98-316A-9248-ECD6E778C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F0F59-836B-42A3-B426-262BE01951A3}" type="datetimeFigureOut">
              <a:rPr lang="en-GB" smtClean="0"/>
              <a:t>14/12/2024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BF8A3-B1CD-936F-579D-40808116C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70C35-636F-C580-3B7B-2AAE6EF22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1E258-444D-4E04-BAAC-AD8C39480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996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16DFA5-C672-CF7B-57EB-AB7849D39A77}"/>
              </a:ext>
            </a:extLst>
          </p:cNvPr>
          <p:cNvSpPr txBox="1"/>
          <p:nvPr/>
        </p:nvSpPr>
        <p:spPr>
          <a:xfrm>
            <a:off x="4127788" y="412551"/>
            <a:ext cx="495386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all:</a:t>
            </a:r>
          </a:p>
          <a:p>
            <a:r>
              <a:rPr lang="en-GB" sz="1200" dirty="0"/>
              <a:t>  children:</a:t>
            </a:r>
          </a:p>
          <a:p>
            <a:r>
              <a:rPr lang="en-GB" sz="1200" dirty="0"/>
              <a:t>    webservers:</a:t>
            </a:r>
          </a:p>
          <a:p>
            <a:r>
              <a:rPr lang="en-GB" sz="1200" dirty="0"/>
              <a:t>      hosts:</a:t>
            </a:r>
          </a:p>
          <a:p>
            <a:r>
              <a:rPr lang="en-GB" sz="1200" dirty="0"/>
              <a:t>        web1: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server_domain</a:t>
            </a:r>
            <a:r>
              <a:rPr lang="en-GB" sz="1200" dirty="0"/>
              <a:t>: server1.ironhack.com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server_type</a:t>
            </a:r>
            <a:r>
              <a:rPr lang="en-GB" sz="1200" dirty="0"/>
              <a:t>: </a:t>
            </a:r>
            <a:r>
              <a:rPr lang="en-GB" sz="1200" dirty="0" err="1"/>
              <a:t>linux</a:t>
            </a:r>
            <a:endParaRPr lang="en-GB" sz="1200" dirty="0"/>
          </a:p>
          <a:p>
            <a:r>
              <a:rPr lang="en-GB" sz="1200" dirty="0"/>
              <a:t>          </a:t>
            </a:r>
            <a:r>
              <a:rPr lang="en-GB" sz="1200" dirty="0" err="1"/>
              <a:t>connection_username</a:t>
            </a:r>
            <a:r>
              <a:rPr lang="en-GB" sz="1200" dirty="0"/>
              <a:t>: root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connection_password</a:t>
            </a:r>
            <a:r>
              <a:rPr lang="en-GB" sz="1200" dirty="0"/>
              <a:t>: Pass@123</a:t>
            </a:r>
          </a:p>
          <a:p>
            <a:r>
              <a:rPr lang="en-GB" sz="1200" dirty="0"/>
              <a:t>        web2: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server_domain</a:t>
            </a:r>
            <a:r>
              <a:rPr lang="en-GB" sz="1200" dirty="0"/>
              <a:t>: server2.ironhack.com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server_type</a:t>
            </a:r>
            <a:r>
              <a:rPr lang="en-GB" sz="1200" dirty="0"/>
              <a:t>: </a:t>
            </a:r>
            <a:r>
              <a:rPr lang="en-GB" sz="1200" dirty="0" err="1"/>
              <a:t>linux</a:t>
            </a:r>
            <a:endParaRPr lang="en-GB" sz="1200" dirty="0"/>
          </a:p>
          <a:p>
            <a:r>
              <a:rPr lang="en-GB" sz="1200" dirty="0"/>
              <a:t>          </a:t>
            </a:r>
            <a:r>
              <a:rPr lang="en-GB" sz="1200" dirty="0" err="1"/>
              <a:t>connection_username</a:t>
            </a:r>
            <a:r>
              <a:rPr lang="en-GB" sz="1200" dirty="0"/>
              <a:t>: admin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connection_password</a:t>
            </a:r>
            <a:r>
              <a:rPr lang="en-GB" sz="1200" dirty="0"/>
              <a:t>: Pass@123</a:t>
            </a:r>
          </a:p>
          <a:p>
            <a:r>
              <a:rPr lang="en-GB" sz="1200" dirty="0"/>
              <a:t>        web3: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server_domain</a:t>
            </a:r>
            <a:r>
              <a:rPr lang="en-GB" sz="1200" dirty="0"/>
              <a:t>: server3.ironhack.com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server_type</a:t>
            </a:r>
            <a:r>
              <a:rPr lang="en-GB" sz="1200" dirty="0"/>
              <a:t>: </a:t>
            </a:r>
            <a:r>
              <a:rPr lang="en-GB" sz="1200" dirty="0" err="1"/>
              <a:t>linux</a:t>
            </a:r>
            <a:endParaRPr lang="en-GB" sz="1200" dirty="0"/>
          </a:p>
          <a:p>
            <a:r>
              <a:rPr lang="en-GB" sz="1200" dirty="0"/>
              <a:t>          </a:t>
            </a:r>
            <a:r>
              <a:rPr lang="en-GB" sz="1200" dirty="0" err="1"/>
              <a:t>connection_username</a:t>
            </a:r>
            <a:r>
              <a:rPr lang="en-GB" sz="1200" dirty="0"/>
              <a:t>: root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connection_password</a:t>
            </a:r>
            <a:r>
              <a:rPr lang="en-GB" sz="1200" dirty="0"/>
              <a:t>: Pass</a:t>
            </a:r>
          </a:p>
          <a:p>
            <a:r>
              <a:rPr lang="en-GB" sz="1200" dirty="0"/>
              <a:t>    </a:t>
            </a:r>
            <a:r>
              <a:rPr lang="en-GB" sz="1200" dirty="0" err="1"/>
              <a:t>db_servers</a:t>
            </a:r>
            <a:r>
              <a:rPr lang="en-GB" sz="1200" dirty="0"/>
              <a:t>:</a:t>
            </a:r>
          </a:p>
          <a:p>
            <a:r>
              <a:rPr lang="en-GB" sz="1200" dirty="0"/>
              <a:t>      hosts:</a:t>
            </a:r>
          </a:p>
          <a:p>
            <a:r>
              <a:rPr lang="en-GB" sz="1200" dirty="0"/>
              <a:t>        db1: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server_domain</a:t>
            </a:r>
            <a:r>
              <a:rPr lang="en-GB" sz="1200" dirty="0"/>
              <a:t>: db1.ironhack.com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server_type</a:t>
            </a:r>
            <a:r>
              <a:rPr lang="en-GB" sz="1200" dirty="0"/>
              <a:t>: windows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connection_username</a:t>
            </a:r>
            <a:r>
              <a:rPr lang="en-GB" sz="1200" dirty="0"/>
              <a:t>: admin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connection_password</a:t>
            </a:r>
            <a:r>
              <a:rPr lang="en-GB" sz="1200" dirty="0"/>
              <a:t>: Pass@123</a:t>
            </a:r>
          </a:p>
          <a:p>
            <a:r>
              <a:rPr lang="en-GB" sz="1200" dirty="0"/>
              <a:t>    </a:t>
            </a:r>
            <a:r>
              <a:rPr lang="en-GB" sz="1200" dirty="0" err="1"/>
              <a:t>local_server</a:t>
            </a:r>
            <a:r>
              <a:rPr lang="en-GB" sz="1200" dirty="0"/>
              <a:t>:</a:t>
            </a:r>
          </a:p>
          <a:p>
            <a:r>
              <a:rPr lang="en-GB" sz="1200" dirty="0"/>
              <a:t>      hosts:</a:t>
            </a:r>
          </a:p>
          <a:p>
            <a:r>
              <a:rPr lang="en-GB" sz="1200" dirty="0"/>
              <a:t>        local: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server_domain</a:t>
            </a:r>
            <a:r>
              <a:rPr lang="en-GB" sz="1200" dirty="0"/>
              <a:t>: localhost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server_type</a:t>
            </a:r>
            <a:r>
              <a:rPr lang="en-GB" sz="1200" dirty="0"/>
              <a:t>: </a:t>
            </a:r>
            <a:r>
              <a:rPr lang="en-GB" sz="1200" dirty="0" err="1"/>
              <a:t>linux</a:t>
            </a:r>
            <a:endParaRPr lang="en-GB" sz="1200" dirty="0"/>
          </a:p>
          <a:p>
            <a:r>
              <a:rPr lang="en-GB" sz="1200" dirty="0"/>
              <a:t>          </a:t>
            </a:r>
            <a:r>
              <a:rPr lang="en-GB" sz="1200" dirty="0" err="1"/>
              <a:t>connection_username</a:t>
            </a:r>
            <a:r>
              <a:rPr lang="en-GB" sz="1200" dirty="0"/>
              <a:t>: ""</a:t>
            </a:r>
          </a:p>
          <a:p>
            <a:r>
              <a:rPr lang="en-GB" sz="1200" dirty="0"/>
              <a:t>          </a:t>
            </a:r>
            <a:r>
              <a:rPr lang="en-GB" sz="1200" dirty="0" err="1"/>
              <a:t>connection_password</a:t>
            </a:r>
            <a:r>
              <a:rPr lang="en-GB" sz="1200" dirty="0"/>
              <a:t>: ""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E465E-43FE-3CA3-4708-A679F51ACC6E}"/>
              </a:ext>
            </a:extLst>
          </p:cNvPr>
          <p:cNvSpPr txBox="1"/>
          <p:nvPr/>
        </p:nvSpPr>
        <p:spPr>
          <a:xfrm>
            <a:off x="270164" y="862445"/>
            <a:ext cx="1506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Yaml</a:t>
            </a:r>
            <a:r>
              <a:rPr lang="en-GB" dirty="0"/>
              <a:t> file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B18FC-1666-4853-F831-E8E198DD27EB}"/>
              </a:ext>
            </a:extLst>
          </p:cNvPr>
          <p:cNvSpPr txBox="1"/>
          <p:nvPr/>
        </p:nvSpPr>
        <p:spPr>
          <a:xfrm>
            <a:off x="498763" y="1953491"/>
            <a:ext cx="198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Inventory file :</a:t>
            </a:r>
          </a:p>
        </p:txBody>
      </p:sp>
    </p:spTree>
    <p:extLst>
      <p:ext uri="{BB962C8B-B14F-4D97-AF65-F5344CB8AC3E}">
        <p14:creationId xmlns:p14="http://schemas.microsoft.com/office/powerpoint/2010/main" val="8966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31F7EC-25C7-1485-C3FF-054F2BBA2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30" y="191457"/>
            <a:ext cx="6081287" cy="1882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AEB7EA-B5F3-69A7-F611-FF572BC92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30" y="2207654"/>
            <a:ext cx="6645216" cy="1569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10FF4E-E77B-8C57-02E1-F87CDFB4F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30" y="4286885"/>
            <a:ext cx="6683319" cy="914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BF0722-6A70-0289-C7FD-6E0575439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30" y="5710740"/>
            <a:ext cx="6835732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3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190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2024-12-14T19:18:58Z</dcterms:created>
  <dcterms:modified xsi:type="dcterms:W3CDTF">2024-12-14T19:27:15Z</dcterms:modified>
</cp:coreProperties>
</file>