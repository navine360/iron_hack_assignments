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C41541-69C8-40A4-9005-0A02047F94F8}" v="2" dt="2024-12-16T19:04:47.0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9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vin Kumar" userId="4040edb968256b89" providerId="LiveId" clId="{6BC41541-69C8-40A4-9005-0A02047F94F8}"/>
    <pc:docChg chg="custSel addSld modSld">
      <pc:chgData name="Navin Kumar" userId="4040edb968256b89" providerId="LiveId" clId="{6BC41541-69C8-40A4-9005-0A02047F94F8}" dt="2024-12-16T19:05:04.413" v="64" actId="14100"/>
      <pc:docMkLst>
        <pc:docMk/>
      </pc:docMkLst>
      <pc:sldChg chg="addSp delSp modSp new mod">
        <pc:chgData name="Navin Kumar" userId="4040edb968256b89" providerId="LiveId" clId="{6BC41541-69C8-40A4-9005-0A02047F94F8}" dt="2024-12-16T19:05:04.413" v="64" actId="14100"/>
        <pc:sldMkLst>
          <pc:docMk/>
          <pc:sldMk cId="3243237397" sldId="256"/>
        </pc:sldMkLst>
        <pc:spChg chg="add mod">
          <ac:chgData name="Navin Kumar" userId="4040edb968256b89" providerId="LiveId" clId="{6BC41541-69C8-40A4-9005-0A02047F94F8}" dt="2024-12-16T19:05:04.413" v="64" actId="14100"/>
          <ac:spMkLst>
            <pc:docMk/>
            <pc:sldMk cId="3243237397" sldId="256"/>
            <ac:spMk id="2" creationId="{E61C1B7D-BA9F-6161-95CF-9E40D7F10F34}"/>
          </ac:spMkLst>
        </pc:spChg>
        <pc:spChg chg="add mod">
          <ac:chgData name="Navin Kumar" userId="4040edb968256b89" providerId="LiveId" clId="{6BC41541-69C8-40A4-9005-0A02047F94F8}" dt="2024-12-09T20:26:40.422" v="28" actId="207"/>
          <ac:spMkLst>
            <pc:docMk/>
            <pc:sldMk cId="3243237397" sldId="256"/>
            <ac:spMk id="5" creationId="{CDC5B42D-6198-B3B9-443C-D712C3F2BA5E}"/>
          </ac:spMkLst>
        </pc:spChg>
        <pc:spChg chg="add mod">
          <ac:chgData name="Navin Kumar" userId="4040edb968256b89" providerId="LiveId" clId="{6BC41541-69C8-40A4-9005-0A02047F94F8}" dt="2024-12-09T20:25:58.394" v="6" actId="1076"/>
          <ac:spMkLst>
            <pc:docMk/>
            <pc:sldMk cId="3243237397" sldId="256"/>
            <ac:spMk id="7" creationId="{48E5B244-53C3-E923-FD51-C47472E53006}"/>
          </ac:spMkLst>
        </pc:spChg>
        <pc:spChg chg="add mod">
          <ac:chgData name="Navin Kumar" userId="4040edb968256b89" providerId="LiveId" clId="{6BC41541-69C8-40A4-9005-0A02047F94F8}" dt="2024-12-09T20:26:22.047" v="27" actId="13822"/>
          <ac:spMkLst>
            <pc:docMk/>
            <pc:sldMk cId="3243237397" sldId="256"/>
            <ac:spMk id="8" creationId="{E3293D66-E3BE-4057-B27C-8B64A4E9D5D4}"/>
          </ac:spMkLst>
        </pc:spChg>
        <pc:picChg chg="add mod">
          <ac:chgData name="Navin Kumar" userId="4040edb968256b89" providerId="LiveId" clId="{6BC41541-69C8-40A4-9005-0A02047F94F8}" dt="2024-12-10T18:46:12.261" v="30" actId="1076"/>
          <ac:picMkLst>
            <pc:docMk/>
            <pc:sldMk cId="3243237397" sldId="256"/>
            <ac:picMk id="3" creationId="{EE0704F8-0972-C488-7578-CEB5057C81B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34743-4673-A7F5-5754-3481FDC4DB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546DDA-58ED-0DAC-FED5-0CD0821531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68DFB-FA28-E895-F1C7-04C0782FC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F248A-2783-47DE-AC09-E94A508B3FCC}" type="datetimeFigureOut">
              <a:rPr lang="en-GB" smtClean="0"/>
              <a:t>16/12/2024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EEBB5-CE20-CFFB-258F-D378D4EE8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BC0DE4-D09D-DF00-C7AA-166D710FE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2EABA-D8A5-4A17-8F90-A0B1ECF00D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654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8E4B1-C279-9E4B-F830-7FAFAFFEF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0D4F7-56EB-D02B-204C-E1FE8C74D2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57DA58-9D76-F73F-0B78-35DC1F634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F248A-2783-47DE-AC09-E94A508B3FCC}" type="datetimeFigureOut">
              <a:rPr lang="en-GB" smtClean="0"/>
              <a:t>16/12/2024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B59C62-2C63-C48C-40A7-D5262D44E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6ACD4B-F74C-5EAB-99F6-860151BF0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2EABA-D8A5-4A17-8F90-A0B1ECF00D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3458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E3444-FC16-E334-4F28-B8253A464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23F3D-8BF1-532E-9EC7-661DBE383A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4913B-4974-4838-9F80-1E6F33230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F248A-2783-47DE-AC09-E94A508B3FCC}" type="datetimeFigureOut">
              <a:rPr lang="en-GB" smtClean="0"/>
              <a:t>16/12/2024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8ACA1-E8B2-7F14-C24B-5101E8B06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36DA95-3F3C-28CE-0F42-DCFA9DDEF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2EABA-D8A5-4A17-8F90-A0B1ECF00D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3168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65714-40CB-73DE-1839-D633CBBE3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602D5-10DC-1C92-B078-255BE375CE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1273DD-548B-BE5C-FA32-95838FAE12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25E914-7749-4FC4-CAFA-BA96B980F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F248A-2783-47DE-AC09-E94A508B3FCC}" type="datetimeFigureOut">
              <a:rPr lang="en-GB" smtClean="0"/>
              <a:t>16/12/2024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F12E01-9BAD-68D1-F175-355770521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EE2064-706B-171D-428C-01F268579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2EABA-D8A5-4A17-8F90-A0B1ECF00D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2118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BC98C-7397-7B36-19A1-640791BE4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209A7D-563D-44BD-8D14-35163898C1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0CA0FA-DAB3-8D10-EB19-648F168104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EB3CFA-2C0E-F571-516A-5A16716BD9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CCD3A7-EDE3-3F4D-7F36-3678B43BE5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64C25D-5457-05FC-3048-D404D9C57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F248A-2783-47DE-AC09-E94A508B3FCC}" type="datetimeFigureOut">
              <a:rPr lang="en-GB" smtClean="0"/>
              <a:t>16/12/2024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D5838D-5F13-654E-CF45-52FE56F1D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D8CC23-C888-2944-3D40-755353AB8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2EABA-D8A5-4A17-8F90-A0B1ECF00D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9487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136C1-B85F-8C42-695E-EF6588A14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E2ADAA-748C-F055-3D54-B83BD75EC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F248A-2783-47DE-AC09-E94A508B3FCC}" type="datetimeFigureOut">
              <a:rPr lang="en-GB" smtClean="0"/>
              <a:t>16/12/2024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ACF07B-9464-D464-80E5-6408EE213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E9876E-0D2B-9433-8498-E8C143474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2EABA-D8A5-4A17-8F90-A0B1ECF00D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2271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7475BD-E7E7-A926-4866-E56C6B104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F248A-2783-47DE-AC09-E94A508B3FCC}" type="datetimeFigureOut">
              <a:rPr lang="en-GB" smtClean="0"/>
              <a:t>16/12/2024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A2044B-16E5-8AC1-5BEC-D85721AEC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2EC4E6-989F-285A-8AFB-F391E0D81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2EABA-D8A5-4A17-8F90-A0B1ECF00D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2701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9CB68-3E56-8810-C571-411267E6B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8C4FF-DE44-E4E2-27DB-7D1E43CB67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BB822-9811-1C8C-6A43-D89347215B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5DDD3A-A9A6-D72B-E50E-4E9DA797C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F248A-2783-47DE-AC09-E94A508B3FCC}" type="datetimeFigureOut">
              <a:rPr lang="en-GB" smtClean="0"/>
              <a:t>16/12/2024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8487F6-AB31-F65C-6ECE-5E610FBAB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7CF944-D352-DE68-F1C1-B0FCE3C44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2EABA-D8A5-4A17-8F90-A0B1ECF00D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7907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A95EA-5AFA-84F6-C42E-B51FA8688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526F48-CDA8-82B4-07FB-12242B8F38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5A3BFD-6C33-7571-8BE5-C96A96C96B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001C68-8DE9-2C28-4E13-08C1CB560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F248A-2783-47DE-AC09-E94A508B3FCC}" type="datetimeFigureOut">
              <a:rPr lang="en-GB" smtClean="0"/>
              <a:t>16/12/2024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9B965D-2B7C-A7BA-F16F-76D519AB0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8F0D18-DBFC-6EC1-D308-58AE1F874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2EABA-D8A5-4A17-8F90-A0B1ECF00D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3160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85469-CBCA-2C51-FCC4-98C961823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06F5F7-B0BC-BAC0-D2AF-0D6745B7B3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3DC1F1-B74B-B04F-EF75-222579FF8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F248A-2783-47DE-AC09-E94A508B3FCC}" type="datetimeFigureOut">
              <a:rPr lang="en-GB" smtClean="0"/>
              <a:t>16/12/2024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72B7C1-82CE-2817-F7E6-959A5EFEF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30B0FA-ECEA-3B23-4165-3E3A74631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2EABA-D8A5-4A17-8F90-A0B1ECF00D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1681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6F5DF3-BB1A-7724-4B10-B7B5A79BF6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A3319E-4790-8515-DC27-0EEB6E3B00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0D6178-3B25-A0A4-58C3-436D31DDE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F248A-2783-47DE-AC09-E94A508B3FCC}" type="datetimeFigureOut">
              <a:rPr lang="en-GB" smtClean="0"/>
              <a:t>16/12/2024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B11F1B-B172-73AF-B8FB-0F2DAC21B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45BDD3-45E6-17E4-EE13-89136D110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2EABA-D8A5-4A17-8F90-A0B1ECF00D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559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274A17-DB56-A308-D6CF-238BDB3F8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731729-38F8-2BEF-7319-E040E05932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CA9A48-F050-CBDC-4118-930F66635E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2F248A-2783-47DE-AC09-E94A508B3FCC}" type="datetimeFigureOut">
              <a:rPr lang="en-GB" smtClean="0"/>
              <a:t>16/12/2024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BA1657-80D2-E98C-A609-85812B2F4D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527E0-2C2D-9C81-0045-F0B523C5BD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B2EABA-D8A5-4A17-8F90-A0B1ECF00D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3269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C5B42D-6198-B3B9-443C-D712C3F2BA5E}"/>
              </a:ext>
            </a:extLst>
          </p:cNvPr>
          <p:cNvSpPr txBox="1"/>
          <p:nvPr/>
        </p:nvSpPr>
        <p:spPr>
          <a:xfrm>
            <a:off x="459798" y="1658358"/>
            <a:ext cx="609426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660066"/>
                </a:solidFill>
              </a:rPr>
              <a:t>- name: Create a standalone Apache server</a:t>
            </a:r>
          </a:p>
          <a:p>
            <a:r>
              <a:rPr lang="en-GB" dirty="0">
                <a:solidFill>
                  <a:srgbClr val="660066"/>
                </a:solidFill>
              </a:rPr>
              <a:t>- hosts: all</a:t>
            </a:r>
          </a:p>
          <a:p>
            <a:r>
              <a:rPr lang="en-GB" dirty="0">
                <a:solidFill>
                  <a:srgbClr val="660066"/>
                </a:solidFill>
              </a:rPr>
              <a:t>  become: yes</a:t>
            </a:r>
          </a:p>
          <a:p>
            <a:r>
              <a:rPr lang="en-GB" dirty="0">
                <a:solidFill>
                  <a:srgbClr val="660066"/>
                </a:solidFill>
              </a:rPr>
              <a:t>  tasks:</a:t>
            </a:r>
          </a:p>
          <a:p>
            <a:r>
              <a:rPr lang="en-GB" dirty="0">
                <a:solidFill>
                  <a:srgbClr val="660066"/>
                </a:solidFill>
              </a:rPr>
              <a:t>    - name: Update apt</a:t>
            </a:r>
          </a:p>
          <a:p>
            <a:r>
              <a:rPr lang="en-GB" dirty="0">
                <a:solidFill>
                  <a:srgbClr val="660066"/>
                </a:solidFill>
              </a:rPr>
              <a:t>      apt: </a:t>
            </a:r>
            <a:r>
              <a:rPr lang="en-GB" dirty="0" err="1">
                <a:solidFill>
                  <a:srgbClr val="660066"/>
                </a:solidFill>
              </a:rPr>
              <a:t>update_cache</a:t>
            </a:r>
            <a:r>
              <a:rPr lang="en-GB" dirty="0">
                <a:solidFill>
                  <a:srgbClr val="660066"/>
                </a:solidFill>
              </a:rPr>
              <a:t>=yes</a:t>
            </a:r>
          </a:p>
          <a:p>
            <a:endParaRPr lang="en-GB" dirty="0">
              <a:solidFill>
                <a:srgbClr val="660066"/>
              </a:solidFill>
            </a:endParaRPr>
          </a:p>
          <a:p>
            <a:r>
              <a:rPr lang="en-GB" dirty="0">
                <a:solidFill>
                  <a:srgbClr val="660066"/>
                </a:solidFill>
              </a:rPr>
              <a:t>    - name: Install Apache</a:t>
            </a:r>
          </a:p>
          <a:p>
            <a:r>
              <a:rPr lang="en-GB" dirty="0">
                <a:solidFill>
                  <a:srgbClr val="660066"/>
                </a:solidFill>
              </a:rPr>
              <a:t>      apt: name=apache2 state=latest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E5B244-53C3-E923-FD51-C47472E53006}"/>
              </a:ext>
            </a:extLst>
          </p:cNvPr>
          <p:cNvSpPr txBox="1"/>
          <p:nvPr/>
        </p:nvSpPr>
        <p:spPr>
          <a:xfrm>
            <a:off x="283152" y="979528"/>
            <a:ext cx="6094268" cy="534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buFont typeface="+mj-lt"/>
              <a:buAutoNum type="arabicPeriod"/>
            </a:pPr>
            <a:r>
              <a:rPr lang="en-GB" b="0" i="0" dirty="0">
                <a:solidFill>
                  <a:srgbClr val="000000"/>
                </a:solidFill>
                <a:effectLst/>
                <a:latin typeface="Inter"/>
              </a:rPr>
              <a:t>Create a new file with the name manage-</a:t>
            </a:r>
            <a:r>
              <a:rPr lang="en-GB" b="0" i="0" dirty="0" err="1">
                <a:solidFill>
                  <a:srgbClr val="000000"/>
                </a:solidFill>
                <a:effectLst/>
                <a:latin typeface="Inter"/>
              </a:rPr>
              <a:t>apache.yml</a:t>
            </a:r>
            <a:r>
              <a:rPr lang="en-GB" b="0" i="0" dirty="0">
                <a:solidFill>
                  <a:srgbClr val="000000"/>
                </a:solidFill>
                <a:effectLst/>
                <a:latin typeface="Inter"/>
              </a:rPr>
              <a:t>. Add the below code to update the apt repository and install </a:t>
            </a:r>
            <a:r>
              <a:rPr lang="en-GB" b="0" i="0" dirty="0" err="1">
                <a:solidFill>
                  <a:srgbClr val="000000"/>
                </a:solidFill>
                <a:effectLst/>
                <a:latin typeface="Inter"/>
              </a:rPr>
              <a:t>apache</a:t>
            </a:r>
            <a:r>
              <a:rPr lang="en-GB" b="0" i="0" dirty="0">
                <a:solidFill>
                  <a:srgbClr val="000000"/>
                </a:solidFill>
                <a:effectLst/>
                <a:latin typeface="Inter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293D66-E3BE-4057-B27C-8B64A4E9D5D4}"/>
              </a:ext>
            </a:extLst>
          </p:cNvPr>
          <p:cNvSpPr txBox="1"/>
          <p:nvPr/>
        </p:nvSpPr>
        <p:spPr>
          <a:xfrm>
            <a:off x="4475884" y="2581687"/>
            <a:ext cx="1901536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Corrected code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0704F8-0972-C488-7578-CEB5057C8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771" y="4912410"/>
            <a:ext cx="8321761" cy="150127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61C1B7D-BA9F-6161-95CF-9E40D7F10F34}"/>
              </a:ext>
            </a:extLst>
          </p:cNvPr>
          <p:cNvSpPr txBox="1"/>
          <p:nvPr/>
        </p:nvSpPr>
        <p:spPr>
          <a:xfrm>
            <a:off x="1066800" y="209550"/>
            <a:ext cx="5310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Deploy </a:t>
            </a:r>
            <a:r>
              <a:rPr lang="en-GB" dirty="0" err="1"/>
              <a:t>standlone</a:t>
            </a:r>
            <a:r>
              <a:rPr lang="en-GB" dirty="0"/>
              <a:t> </a:t>
            </a:r>
            <a:r>
              <a:rPr lang="en-GB" dirty="0" err="1"/>
              <a:t>apche</a:t>
            </a:r>
            <a:r>
              <a:rPr lang="en-GB" dirty="0"/>
              <a:t> server 2</a:t>
            </a:r>
          </a:p>
        </p:txBody>
      </p:sp>
    </p:spTree>
    <p:extLst>
      <p:ext uri="{BB962C8B-B14F-4D97-AF65-F5344CB8AC3E}">
        <p14:creationId xmlns:p14="http://schemas.microsoft.com/office/powerpoint/2010/main" val="32432373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79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Inter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Navin Kumar</dc:creator>
  <cp:lastModifiedBy>Navin Kumar</cp:lastModifiedBy>
  <cp:revision>1</cp:revision>
  <dcterms:created xsi:type="dcterms:W3CDTF">2024-12-09T20:25:19Z</dcterms:created>
  <dcterms:modified xsi:type="dcterms:W3CDTF">2024-12-16T19:05:04Z</dcterms:modified>
</cp:coreProperties>
</file>